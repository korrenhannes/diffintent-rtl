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3CCF-BA16-0400-E754-EB2C3D3CC0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21A31-74F1-206E-F0DC-210C81219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8158C-116B-C725-7D6F-A2C62FFF7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8A779-A748-2B9C-14EA-17198C4F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6823B-A77E-B0DD-020D-1A80822D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387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126F-5A75-D4EA-9AAE-15084DAA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2559F-9854-70BE-BAF6-63505A474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A95C-8C62-8F0D-164D-47715A14A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805E9-B614-AAF1-EE18-A0D9953A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7CD07-C8A4-35DA-47B1-215560A1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090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642DF-CE39-6B72-F91C-FB5B92D1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4936E-A98E-0F2A-B176-B6585432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8424D-4BC0-3748-D857-700E9F2AF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9817D-4567-2812-C693-ECAC4861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F42F0-0BDC-8839-1495-D66BD46B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686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9F6A-E2B8-464E-AF19-2699A4A47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CDF02-A6D0-8EFD-F380-3F1912E0F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52547-567C-230C-7002-00554BAF8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B981E-44C9-66BD-A7BF-7D6430C8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40C43-222C-3E89-EFBF-6E964DE1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55BE7-AE25-C631-5D20-9777E842F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3982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1AB5-2EFC-A380-496F-CDCD5CC5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4BF99-A9E2-CFAC-411B-464E9B61D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766D0-AA02-FB60-BB81-DB101BD4B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0832D-6E87-FA2B-766D-A3056076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F0AE23-1709-BFB5-4AAE-132973080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5B64D2-DA55-F84D-3409-4F870B10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1CE9C-ED2A-D672-A61F-E8642365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787CB-6934-332C-6B12-F415C0CE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926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89E1-C371-1C5D-A4A6-87B6A9E90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648BB-E97E-0B83-7B01-7999CB8B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5D355-F688-2F6B-E6D4-567770D1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275EA2-D1EF-8226-C7F2-A086D82A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78575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9500D-EA67-127E-CD6E-26E72C41E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C3DA5-5582-73C5-215E-DC72B8D3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9A03A-4F26-1245-2467-20A2A6DF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487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C1A4-3C7C-D848-B080-9B72A7F7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3F4B-7E92-5773-416F-65A76FEF7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86B65-69D9-300A-FFC9-ACF18E215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37942-FDE7-BF8C-B072-1932504F5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3479E-8A9F-6858-6570-A0E6B6BB3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0EF23-E704-DCBA-A4BA-2C9B839CB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184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881D-647F-F22A-AE75-F0BDE3E7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8152F-40F1-D7CE-92F0-E2ABADFDD61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15935-5D3C-9332-5A8E-4DD826781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C734A-BD5A-C48F-4189-EC21199D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6E9E7-052F-36AB-4012-B0CA9FA1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8A34F-1CEF-5222-0A77-D5204D3D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334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41B5-0AC0-FD56-4481-9870C8E3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1E715-8DF0-055E-0570-9492E9021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74D01-0A59-2D5C-50EC-5868BB6F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204E1-5AD0-1DBD-027B-B0415E64E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37289-8F92-B49E-EA04-15B882BA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814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39D2F4-41AD-28C3-157F-D7F8D0606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56D65-406A-0E54-060D-06647F31E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E4CCD-21B9-AF7D-8EF0-7313992B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EDB08-67E8-EB33-B47C-2E5865FE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7B64F-D957-AA1F-D26D-0A152A76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800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D5061D-CB1E-272B-C5F0-D6816AEA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ECAE6-B576-C14D-A111-D65A0E170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E39F-A1D2-AE49-D3A3-49E1FE744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D5F30-51EA-3945-8BA6-DCA047644F12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537C7-C236-7DAB-BBF0-2F1CADBB1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37AFC-EBB3-9FF7-BB48-B2B7E23C1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B8715-61D9-8F43-A114-93A966D1850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689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29C296-7552-6C36-3716-A7A838D3C809}"/>
              </a:ext>
            </a:extLst>
          </p:cNvPr>
          <p:cNvSpPr txBox="1"/>
          <p:nvPr/>
        </p:nvSpPr>
        <p:spPr>
          <a:xfrm>
            <a:off x="444500" y="698500"/>
            <a:ext cx="114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/>
              <a:t>NBSP</a:t>
            </a:r>
            <a:endParaRPr lang="en-IL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CDD09-04AE-5BCB-A186-0247A60FB30A}"/>
              </a:ext>
            </a:extLst>
          </p:cNvPr>
          <p:cNvSpPr txBox="1"/>
          <p:nvPr/>
        </p:nvSpPr>
        <p:spPr>
          <a:xfrm>
            <a:off x="1714500" y="6985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 rtl="1"/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 </a:t>
            </a:r>
            <a:r>
              <a:rPr lang="en-US" sz="2300">
                <a:latin typeface="Arial" panose="020B0604020202020204" pitchFamily="34" charset="0"/>
                <a:sym typeface="David" panose="020E0502060401010101" pitchFamily="34" charset="-79"/>
              </a:rPr>
              <a:t>Code Review </a:t>
            </a:r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 והמבנה.</a:t>
            </a:r>
            <a:endParaRPr lang="en-IL" sz="23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9B4B2-6259-A23D-AC67-4B1359535113}"/>
              </a:ext>
            </a:extLst>
          </p:cNvPr>
          <p:cNvSpPr txBox="1"/>
          <p:nvPr/>
        </p:nvSpPr>
        <p:spPr>
          <a:xfrm>
            <a:off x="444500" y="1460500"/>
            <a:ext cx="114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/>
              <a:t>2 NBSP</a:t>
            </a:r>
            <a:endParaRPr lang="en-IL" sz="15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CC9DD7-62B3-97C0-E05C-8D92B73D62FC}"/>
              </a:ext>
            </a:extLst>
          </p:cNvPr>
          <p:cNvSpPr txBox="1"/>
          <p:nvPr/>
        </p:nvSpPr>
        <p:spPr>
          <a:xfrm>
            <a:off x="1714500" y="14605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 rtl="1"/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  </a:t>
            </a:r>
            <a:r>
              <a:rPr lang="en-US" sz="2300">
                <a:latin typeface="Arial" panose="020B0604020202020204" pitchFamily="34" charset="0"/>
                <a:sym typeface="David" panose="020E0502060401010101" pitchFamily="34" charset="-79"/>
              </a:rPr>
              <a:t>Code Review  </a:t>
            </a:r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 והמבנה.</a:t>
            </a:r>
            <a:endParaRPr lang="en-IL" sz="23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D1F31B-889E-488D-5CA2-1ECF4C56AC07}"/>
              </a:ext>
            </a:extLst>
          </p:cNvPr>
          <p:cNvSpPr txBox="1"/>
          <p:nvPr/>
        </p:nvSpPr>
        <p:spPr>
          <a:xfrm>
            <a:off x="444500" y="2222500"/>
            <a:ext cx="114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/>
              <a:t>LRM</a:t>
            </a:r>
            <a:endParaRPr lang="en-IL" sz="15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46EEF-0523-D681-2ED9-1DBCE54B730E}"/>
              </a:ext>
            </a:extLst>
          </p:cNvPr>
          <p:cNvSpPr txBox="1"/>
          <p:nvPr/>
        </p:nvSpPr>
        <p:spPr>
          <a:xfrm>
            <a:off x="1714500" y="22225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 rtl="1"/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‎</a:t>
            </a:r>
            <a:r>
              <a:rPr lang="en-US" sz="2300">
                <a:latin typeface="Arial" panose="020B0604020202020204" pitchFamily="34" charset="0"/>
                <a:sym typeface="David" panose="020E0502060401010101" pitchFamily="34" charset="-79"/>
              </a:rPr>
              <a:t>Code Review‎ </a:t>
            </a:r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 והמבנה.</a:t>
            </a:r>
            <a:endParaRPr lang="en-IL" sz="23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A5D1E-8534-FFD3-DAA3-2BE8E3F935E7}"/>
              </a:ext>
            </a:extLst>
          </p:cNvPr>
          <p:cNvSpPr txBox="1"/>
          <p:nvPr/>
        </p:nvSpPr>
        <p:spPr>
          <a:xfrm>
            <a:off x="444500" y="2984500"/>
            <a:ext cx="114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/>
              <a:t>LRM+NBSP</a:t>
            </a:r>
            <a:endParaRPr lang="en-IL" sz="15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55E4F-7458-F2B2-33CA-DC5083C13695}"/>
              </a:ext>
            </a:extLst>
          </p:cNvPr>
          <p:cNvSpPr txBox="1"/>
          <p:nvPr/>
        </p:nvSpPr>
        <p:spPr>
          <a:xfrm>
            <a:off x="1714500" y="29845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 rtl="1"/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 ‎</a:t>
            </a:r>
            <a:r>
              <a:rPr lang="en-US" sz="2300">
                <a:latin typeface="Arial" panose="020B0604020202020204" pitchFamily="34" charset="0"/>
                <a:sym typeface="David" panose="020E0502060401010101" pitchFamily="34" charset="-79"/>
              </a:rPr>
              <a:t>Code Review‎ </a:t>
            </a:r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 והמבנה.</a:t>
            </a:r>
            <a:endParaRPr lang="en-IL" sz="23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0885F8-913F-B407-DA34-804C60ED963E}"/>
              </a:ext>
            </a:extLst>
          </p:cNvPr>
          <p:cNvSpPr txBox="1"/>
          <p:nvPr/>
        </p:nvSpPr>
        <p:spPr>
          <a:xfrm>
            <a:off x="444500" y="3746500"/>
            <a:ext cx="114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/>
              <a:t>LRE/PDF</a:t>
            </a:r>
            <a:endParaRPr lang="en-IL" sz="15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3315F-BEFA-011C-D5DD-B87BEFBC175C}"/>
              </a:ext>
            </a:extLst>
          </p:cNvPr>
          <p:cNvSpPr txBox="1"/>
          <p:nvPr/>
        </p:nvSpPr>
        <p:spPr>
          <a:xfrm>
            <a:off x="1714500" y="37465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 rtl="1"/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‪</a:t>
            </a:r>
            <a:r>
              <a:rPr lang="en-US" sz="2300">
                <a:latin typeface="Arial" panose="020B0604020202020204" pitchFamily="34" charset="0"/>
                <a:sym typeface="David" panose="020E0502060401010101" pitchFamily="34" charset="-79"/>
              </a:rPr>
              <a:t>Code Review‬ </a:t>
            </a:r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 והמבנה.</a:t>
            </a:r>
            <a:endParaRPr lang="en-IL" sz="23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19595-849D-5A46-6B8D-E06AC26F3900}"/>
              </a:ext>
            </a:extLst>
          </p:cNvPr>
          <p:cNvSpPr txBox="1"/>
          <p:nvPr/>
        </p:nvSpPr>
        <p:spPr>
          <a:xfrm>
            <a:off x="444500" y="4508500"/>
            <a:ext cx="114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/>
              <a:t>LRI/PDI</a:t>
            </a:r>
            <a:endParaRPr lang="en-IL" sz="15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5C82A-1190-6AFE-7D36-61FC236A2AC3}"/>
              </a:ext>
            </a:extLst>
          </p:cNvPr>
          <p:cNvSpPr txBox="1"/>
          <p:nvPr/>
        </p:nvSpPr>
        <p:spPr>
          <a:xfrm>
            <a:off x="1714500" y="45085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 rtl="1"/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</a:t>
            </a:r>
            <a:r>
              <a:rPr lang="en-US" sz="2300">
                <a:latin typeface="Arial" panose="020B0604020202020204" pitchFamily="34" charset="0"/>
                <a:sym typeface="David" panose="020E0502060401010101" pitchFamily="34" charset="-79"/>
              </a:rPr>
              <a:t>⁦Code Review⁩ </a:t>
            </a:r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 והמבנה.</a:t>
            </a:r>
            <a:endParaRPr lang="en-IL" sz="23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7634AB-1FD9-11C4-877E-355CFBEB500C}"/>
              </a:ext>
            </a:extLst>
          </p:cNvPr>
          <p:cNvSpPr txBox="1"/>
          <p:nvPr/>
        </p:nvSpPr>
        <p:spPr>
          <a:xfrm>
            <a:off x="444500" y="5270500"/>
            <a:ext cx="1143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/>
              <a:t>RLM/LRM</a:t>
            </a:r>
            <a:endParaRPr lang="en-IL" sz="15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2D2839-E966-23F3-6471-010260EF98F5}"/>
              </a:ext>
            </a:extLst>
          </p:cNvPr>
          <p:cNvSpPr txBox="1"/>
          <p:nvPr/>
        </p:nvSpPr>
        <p:spPr>
          <a:xfrm>
            <a:off x="1714500" y="5270500"/>
            <a:ext cx="9652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 rtl="1"/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בתהליך‏ ‎</a:t>
            </a:r>
            <a:r>
              <a:rPr lang="en-US" sz="2300">
                <a:latin typeface="Arial" panose="020B0604020202020204" pitchFamily="34" charset="0"/>
                <a:sym typeface="David" panose="020E0502060401010101" pitchFamily="34" charset="-79"/>
              </a:rPr>
              <a:t>Code Review‎ ‏</a:t>
            </a:r>
            <a:r>
              <a:rPr lang="he-IL" sz="2300"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 והמבנה.</a:t>
            </a:r>
            <a:endParaRPr lang="en-IL" sz="23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9483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2026-10-07T17:32:48Z</dcterms:created>
  <dcterms:modified xsi:type="dcterms:W3CDTF">2026-10-07T17:32:49Z</dcterms:modified>
</cp:coreProperties>
</file>