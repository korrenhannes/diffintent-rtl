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76EA0-7857-644D-8BB6-40C5ECFAA73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4AC2C-A6D8-E246-835D-EA9255DF0B8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014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276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9520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Git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סעיף 2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4784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7666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3789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וכן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flips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7676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MLP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1616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heads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3952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5320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label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4389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AUROC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seed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כמו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4538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hole 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AUROC.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0380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7985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RTL.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6033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5089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0967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4AC2C-A6D8-E246-835D-EA9255DF0B82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8275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B73B-FE6A-548D-5207-41CC1C766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335EF-4DE8-D9A6-B637-EC251251D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4D7C-9827-E184-F250-ECC27763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F1D5-0D8A-4A36-75B9-BA471FDA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9C3C9-C02A-476B-BF85-4D518FC0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793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771D-3CD6-CC06-2D6E-BCECB490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660C-DF6A-4810-CCF0-E4FDE76B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8252-DED0-4A1F-1414-FF60F51E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16685-14F8-DEB7-9B36-5145AB23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4861F-4526-4DDA-7C94-BA364196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387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76FA-8980-7D23-151A-BE31A9E4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8C59B-D8D1-4B3A-24A4-0D49CE585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6B8B-4CCF-55D9-B953-A15FC43F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96E6-F6E8-E23B-0970-6754E22C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A3B6-D4BE-6727-2727-3FC9E667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43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6732-96B5-834E-D243-FD43CC77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C1FC3-D78E-040F-4A67-957317AFF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86B28-F732-2458-AA52-838F59A89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01494-4780-FBD9-E4A6-01E6B5DB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3BBA8-B07A-9DB2-0B9A-16273F5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5FB4-21B4-E908-8062-5AF9B8A7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000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5A5D-4407-CC68-5562-1ED747FD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0BEC5-C3EE-B940-7608-76A6AE1B3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A4BA2-CDBB-9DB9-A64F-75FA2DACD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FE5E4-F37E-7EE3-62FC-8F8FC8DB1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CF7E1-0A37-3A23-48BB-71044A452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77947-D24E-DD40-E0FA-3120B915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38D7B-9A37-359F-EAD7-A3A6FBBB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C7763-6CB3-7B31-41EF-4306A812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934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63FA-D0FF-AAE2-5D22-0510ACB3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FDBB4-5431-AEED-C58C-843F61C7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9F4D6-A02A-8521-E04B-E24014AB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97837-0A7E-1119-FD52-8B39FAA3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141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74CB1-FCBD-EA4A-C044-8B32C6D3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7283D-99D2-C140-D68E-85FFB5F6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A4A4-1934-6863-3BB8-7FFF0D9A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099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273A-F0E9-7996-5CAD-69D39820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21DFC-3472-3029-6D47-99CAF5783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C6596-9242-FF21-B12E-80D44EB20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F07B-B954-4350-5592-E0992CB8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B17F-65BE-AF75-0CA0-B1DACD56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0C094-BB39-9461-9C97-0C8C75B8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804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225B-41C9-7742-B636-C007EDC2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CAB35-C489-E5D2-F7AD-55B5C4F580E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DB097-E891-39C0-5672-C316D6F9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FF27F-2207-5553-B4A7-86A0C3FF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AD125-EFD6-1113-B329-12D83A42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5831A-17DC-F4A8-FD5C-5D2EC982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600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1C78-641D-FE96-D9C6-0929E97C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D916D-7CF2-84FE-0AC3-8AE62C79C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374D-7BC2-9AC4-AA69-48102961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5EAF8-1468-7E45-308A-10A1FDF7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FD043-6D4A-2B03-4824-CA844638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875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F01A5-F1CC-C1D8-38C6-185C73260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9BC84-37E3-AED8-CA94-302D11E34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D422-E1F6-7FE6-A26B-910A7C6B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76465-E18D-DA93-F5D6-3113EB4F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11240-1D60-E7CA-2303-5270C86C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1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58AA3-9EE6-63B8-A675-F9475EF6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A5869-E2CB-6F08-5733-9EC2C2F32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EE675-8917-AE8B-485B-CF9726D4F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ED59B-8D29-6B4D-AF24-B91E243552C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E0710-4739-D5E9-670B-1454FA20A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35B36-3206-B411-85A5-1471D7D11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872BF-99BC-3944-816F-9E879A52CC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182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6F00E-AA5D-8054-F7F1-5F16652C4CE5}"/>
              </a:ext>
            </a:extLst>
          </p:cNvPr>
          <p:cNvSpPr txBox="1"/>
          <p:nvPr/>
        </p:nvSpPr>
        <p:spPr>
          <a:xfrm>
            <a:off x="0" y="0"/>
            <a:ext cx="1270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72080-4441-2E69-D074-68F576EA29CD}"/>
              </a:ext>
            </a:extLst>
          </p:cNvPr>
          <p:cNvSpPr txBox="1"/>
          <p:nvPr/>
        </p:nvSpPr>
        <p:spPr>
          <a:xfrm>
            <a:off x="825500" y="882010"/>
            <a:ext cx="1041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2BDC1-758C-4A70-9390-918B8136B400}"/>
              </a:ext>
            </a:extLst>
          </p:cNvPr>
          <p:cNvSpPr txBox="1"/>
          <p:nvPr/>
        </p:nvSpPr>
        <p:spPr>
          <a:xfrm>
            <a:off x="825500" y="2150809"/>
            <a:ext cx="10414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41D02-A499-2D8D-3CF6-267985AC2DC1}"/>
              </a:ext>
            </a:extLst>
          </p:cNvPr>
          <p:cNvSpPr txBox="1"/>
          <p:nvPr/>
        </p:nvSpPr>
        <p:spPr>
          <a:xfrm>
            <a:off x="9118600" y="2948220"/>
            <a:ext cx="2120900" cy="51809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2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RTL</a:t>
            </a:r>
            <a:endParaRPr lang="en-IL" sz="32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E1A690-C9CA-A6F4-C3F7-B0CCF13AE197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389CA4-3FCB-87C9-C6B7-95DEFB59A9E1}"/>
              </a:ext>
            </a:extLst>
          </p:cNvPr>
          <p:cNvSpPr txBox="1"/>
          <p:nvPr/>
        </p:nvSpPr>
        <p:spPr>
          <a:xfrm>
            <a:off x="6858000" y="4348653"/>
            <a:ext cx="4381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F18F1-0BDB-836A-FB01-983C2F57D8F9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AFCE3-C2A6-9818-BB3A-43EF1FDA5C23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4649A-38FE-F122-78A2-25429E1B0DEE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43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66A3F7-9877-C17B-7658-486CD92EDEB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DA944-27B0-300A-D04D-7581277BE50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253BF-F0D0-7C36-2441-F91B691D91FA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חוסר גדול מסתתר בשינוי קטן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30601-1A1A-0DC5-D73E-C6BFDB7BB91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56E4CC-F84C-E018-A159-D165140E74A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60B192-3A76-3A86-53A1-ED1FDC2CDA2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3194A-3109-C471-971F-B87A132D297A}"/>
              </a:ext>
            </a:extLst>
          </p:cNvPr>
          <p:cNvSpPr txBox="1"/>
          <p:nvPr/>
        </p:nvSpPr>
        <p:spPr>
          <a:xfrm>
            <a:off x="609600" y="1333500"/>
            <a:ext cx="64135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8C9EB-099D-4B1E-B265-B95DD719B4C8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EFBB94-799A-714E-8B02-3FEC2B51730A}"/>
              </a:ext>
            </a:extLst>
          </p:cNvPr>
          <p:cNvSpPr txBox="1"/>
          <p:nvPr/>
        </p:nvSpPr>
        <p:spPr>
          <a:xfrm>
            <a:off x="914400" y="4749800"/>
            <a:ext cx="5778500" cy="369332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DB436-546C-E9D7-DC55-8E32F3778D70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39F4B-2CF3-15F8-7F0D-15AC5BA78F0F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E3433-4265-2D0C-4934-26242BD7A168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698997-30D0-D2F9-7D97-3D5413D0D20E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C60CC8-9F9B-33C2-01AE-98FFB4437385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F5243-E47C-C25A-8C0C-F7707EDE1083}"/>
              </a:ext>
            </a:extLst>
          </p:cNvPr>
          <p:cNvSpPr txBox="1"/>
          <p:nvPr/>
        </p:nvSpPr>
        <p:spPr>
          <a:xfrm>
            <a:off x="7429500" y="5266570"/>
            <a:ext cx="2286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7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043294-E019-F776-F43B-454BDD7FD87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6FEE4-321B-F734-0211-359C0EA6BED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9101A-3A63-A5F0-D321-EEF44D32A3FA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שתי שאלות מחקר, אובייקט למידה אחד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D248D-2A52-F0C1-9200-1ED3AFBF825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D4D244-F485-275F-052C-4682AF30728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165510-4916-A1BF-49C9-6F1506CECCD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98017-3FAB-9321-A399-22DBD586244B}"/>
              </a:ext>
            </a:extLst>
          </p:cNvPr>
          <p:cNvSpPr txBox="1"/>
          <p:nvPr/>
        </p:nvSpPr>
        <p:spPr>
          <a:xfrm>
            <a:off x="6350000" y="1498600"/>
            <a:ext cx="51435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D5869-4AEE-268A-02E5-F382E4299E37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3D5E1-4B95-0444-FD43-C9DA719E137A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F8DBB-205C-A663-BB88-463626B50CE9}"/>
              </a:ext>
            </a:extLst>
          </p:cNvPr>
          <p:cNvSpPr txBox="1"/>
          <p:nvPr/>
        </p:nvSpPr>
        <p:spPr>
          <a:xfrm>
            <a:off x="6794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932627-C9C8-87F6-1A34-E92E0398FA0A}"/>
              </a:ext>
            </a:extLst>
          </p:cNvPr>
          <p:cNvSpPr txBox="1"/>
          <p:nvPr/>
        </p:nvSpPr>
        <p:spPr>
          <a:xfrm>
            <a:off x="698500" y="1498600"/>
            <a:ext cx="51435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BF06D4-7E95-E501-6A55-5A789A6EC6D4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21C75-2A65-FEBF-E729-A1D366BFE590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6C7E57-9F57-48FF-BCFA-53EC3E1EDA6B}"/>
              </a:ext>
            </a:extLst>
          </p:cNvPr>
          <p:cNvSpPr txBox="1"/>
          <p:nvPr/>
        </p:nvSpPr>
        <p:spPr>
          <a:xfrm>
            <a:off x="1143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F07BC6-EC8F-A5B7-5CAE-5D646DFCDE27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2C12C24-D07D-E518-A76C-57C03919ADAD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93A69F-FDB8-44C9-C067-F2A3FD03FB10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D9479-C7F3-5827-989D-3E908CF5F618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92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A5605C-872B-93BB-B6F7-9C869A1C92E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CB604-2BE8-26C1-FE65-47CD8728A52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8CFC4-65DD-BB16-4CCF-0793B666A39F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מהיסטוריית קוד לניסוי מבוקר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50C4A-80B8-1428-FB02-19DC3A63369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8FF57-9C66-071A-F48A-56FE709FB4F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88C8-BAE5-8943-4620-B0A21AA1BCC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B5085-57FC-FBC5-6FD5-92016AD6507B}"/>
              </a:ext>
            </a:extLst>
          </p:cNvPr>
          <p:cNvSpPr txBox="1"/>
          <p:nvPr/>
        </p:nvSpPr>
        <p:spPr>
          <a:xfrm>
            <a:off x="939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020187-B91F-BB08-9CDD-27B032FC3A59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455BBC-8945-3FD7-2416-B10AA9B93C30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067FF1-5D6D-E1EC-6CE1-A831976FF19A}"/>
              </a:ext>
            </a:extLst>
          </p:cNvPr>
          <p:cNvSpPr txBox="1"/>
          <p:nvPr/>
        </p:nvSpPr>
        <p:spPr>
          <a:xfrm>
            <a:off x="7175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A88F6-F2B1-F712-270F-A4ADED2FA22C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4B727C-4B22-480A-BFB5-7F370F8BCF5B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160E5A-183C-055D-425B-06C0D1289F7E}"/>
              </a:ext>
            </a:extLst>
          </p:cNvPr>
          <p:cNvSpPr txBox="1"/>
          <p:nvPr/>
        </p:nvSpPr>
        <p:spPr>
          <a:xfrm>
            <a:off x="4953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C5AB6-DBF7-5D26-C27D-AAC6D31B281E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CDA66A-840D-5838-0D7A-EC65D3300AB0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F040F6-F4C4-791F-487E-91908B301D30}"/>
              </a:ext>
            </a:extLst>
          </p:cNvPr>
          <p:cNvSpPr txBox="1"/>
          <p:nvPr/>
        </p:nvSpPr>
        <p:spPr>
          <a:xfrm>
            <a:off x="2730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778C02-3FE0-4DD0-A248-D6F2D00DBB00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BB98B3-8690-8EFC-4509-837F4255AEEE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981C16-8B85-4006-38BA-86BA37EA2357}"/>
              </a:ext>
            </a:extLst>
          </p:cNvPr>
          <p:cNvSpPr txBox="1"/>
          <p:nvPr/>
        </p:nvSpPr>
        <p:spPr>
          <a:xfrm>
            <a:off x="50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81ACC1-2A94-BB54-4347-CF67334A322F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D99FC2-7265-DD76-6720-707AE6DF1CA2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9C236-1A2C-7A2E-E422-57173CB481C3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51E4B5-939A-B109-FC50-656AFACC24C2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9ACF21-749E-9276-17EA-478D7662A1D3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E04F92-D89B-7132-FF6D-7B372A222D3B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6E95F0-D534-20D5-9CFF-0A5FE125616B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D7AEF7-E95D-F803-4FC8-486EAE4499BC}"/>
              </a:ext>
            </a:extLst>
          </p:cNvPr>
          <p:cNvSpPr txBox="1"/>
          <p:nvPr/>
        </p:nvSpPr>
        <p:spPr>
          <a:xfrm>
            <a:off x="698500" y="5181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6815B-4C6A-4D50-B7BD-79F50B675CDC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9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35BB91-B5B1-D721-5DFF-8E0FA01F952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95EEA-6255-5ABD-803A-9F9C0FA4C6B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325A5-827C-3579-35D3-242EC2438AB9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מערך הנתונים: כרונולוגי, מאוזן בזוגות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20B6D-0317-0E91-55B5-DB5118287D1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0F4FE2-145B-3E2F-510F-CF4FD97BD0F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A561F0-72BB-85F4-F0F7-9DA8B9353DD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8F17D3-BE62-596F-5070-A7BBE86AE78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D9FFEE-DE85-73CC-4BBA-2893778763A9}"/>
              </a:ext>
            </a:extLst>
          </p:cNvPr>
          <p:cNvSpPr txBox="1"/>
          <p:nvPr/>
        </p:nvSpPr>
        <p:spPr>
          <a:xfrm>
            <a:off x="6261100" y="1447800"/>
            <a:ext cx="52324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BB7AC4-2A22-33CA-DB8E-925D6449A634}"/>
              </a:ext>
            </a:extLst>
          </p:cNvPr>
          <p:cNvSpPr txBox="1"/>
          <p:nvPr/>
        </p:nvSpPr>
        <p:spPr>
          <a:xfrm>
            <a:off x="11404600" y="1447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A0033E-4296-DDD4-D771-9AB154FAAD34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C1ACE-7DF8-BC5A-5F7A-A0137E125BDB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2E3A7-9D71-DC48-B9CE-7B836E8AFFA0}"/>
              </a:ext>
            </a:extLst>
          </p:cNvPr>
          <p:cNvSpPr txBox="1"/>
          <p:nvPr/>
        </p:nvSpPr>
        <p:spPr>
          <a:xfrm>
            <a:off x="6261100" y="2705100"/>
            <a:ext cx="52324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9B872F-D094-9836-008B-56AD3A711279}"/>
              </a:ext>
            </a:extLst>
          </p:cNvPr>
          <p:cNvSpPr txBox="1"/>
          <p:nvPr/>
        </p:nvSpPr>
        <p:spPr>
          <a:xfrm>
            <a:off x="11404600" y="27051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CFF7D9-3D5D-DE4B-B31E-12AF2EE40717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1F9FD2-F606-2FEE-1A18-0C805248A50C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AC022-EFA2-0CB1-7697-CBD47F68786B}"/>
              </a:ext>
            </a:extLst>
          </p:cNvPr>
          <p:cNvSpPr txBox="1"/>
          <p:nvPr/>
        </p:nvSpPr>
        <p:spPr>
          <a:xfrm>
            <a:off x="6261100" y="3962400"/>
            <a:ext cx="52324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BC533-D7E1-33FD-51C8-ACBCA2DF18D3}"/>
              </a:ext>
            </a:extLst>
          </p:cNvPr>
          <p:cNvSpPr txBox="1"/>
          <p:nvPr/>
        </p:nvSpPr>
        <p:spPr>
          <a:xfrm>
            <a:off x="11404600" y="39624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A8F346-0BF8-27A8-068C-49C7A3904666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DDD160-4992-47C4-E056-77B0DA85D336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54FFA7-C03F-BDCF-CBC1-C6D13E7E2F7E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077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B2C11E-6D58-8485-08B7-B98D6BB583B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BE78E-B603-A01C-B2B4-096FBAD718E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D4087-9C17-5ED4-192E-398ABB8B821F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יצירת חוסרים סינתטיים בתוך אזור השינוי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1FE48-81C2-A78C-01BD-6FE751EFCAB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B132AA-81C7-908A-5CC1-C1DC8E57924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EE9444-EBFA-8743-BD16-43685B08CCC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06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C4143-F1BA-DFAC-3086-28D7AE8DC0DC}"/>
              </a:ext>
            </a:extLst>
          </p:cNvPr>
          <p:cNvSpPr txBox="1"/>
          <p:nvPr/>
        </p:nvSpPr>
        <p:spPr>
          <a:xfrm>
            <a:off x="6413500" y="1498600"/>
            <a:ext cx="50800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A157C3-75B2-A018-DE90-EAB7D2D45CF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7164A-889D-8DAF-8B6C-2289887490BB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0C68B-DA0D-CC25-656A-9E62980AC638}"/>
              </a:ext>
            </a:extLst>
          </p:cNvPr>
          <p:cNvSpPr txBox="1"/>
          <p:nvPr/>
        </p:nvSpPr>
        <p:spPr>
          <a:xfrm>
            <a:off x="698500" y="1498600"/>
            <a:ext cx="5080000" cy="369332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B46D9F-CBFF-EE7F-D2AA-9D28A6073666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991C7-9FE1-01AE-3926-F55882BAB8C3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ACB915-CC1B-2A28-8928-17BA7B247819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DB223E2-F2A6-A42C-4AA6-50AAFB7683F9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E4C54-16BF-C63F-460E-E5241D76F88F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0EEAE8-8325-7561-FEA0-95F005C82CF7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8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84F937-EF9B-D8CF-563C-A4EEAC84496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9AF68-AE9F-555E-D8A4-8F9B880E6AF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8F785-F203-EE82-D5AF-F9A29738C0CE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השוואת ארבע משפחות מודלים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033BA-F335-32EE-9D08-0B6453BCCD8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DFADB3-A3A5-A012-E303-5572E76F769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25E55D-6A60-FE26-5C30-F2F5EB3A7E9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07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E0C70-5577-8FCE-A0CB-C5FDDB77F0A8}"/>
              </a:ext>
            </a:extLst>
          </p:cNvPr>
          <p:cNvSpPr txBox="1"/>
          <p:nvPr/>
        </p:nvSpPr>
        <p:spPr>
          <a:xfrm>
            <a:off x="698500" y="1524000"/>
            <a:ext cx="2413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22930-88FA-80EC-43B6-7DD58890F91E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F18A6-2B84-F801-A2C6-F88131BB802B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2DFC2-6DFD-7A68-A96A-6F76638EAD05}"/>
              </a:ext>
            </a:extLst>
          </p:cNvPr>
          <p:cNvSpPr txBox="1"/>
          <p:nvPr/>
        </p:nvSpPr>
        <p:spPr>
          <a:xfrm>
            <a:off x="927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5E1C37-DBFB-7091-F25D-CC427B94F121}"/>
              </a:ext>
            </a:extLst>
          </p:cNvPr>
          <p:cNvSpPr txBox="1"/>
          <p:nvPr/>
        </p:nvSpPr>
        <p:spPr>
          <a:xfrm>
            <a:off x="3492500" y="1524000"/>
            <a:ext cx="2413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0ABE2-E147-BDF7-A998-43037F7EDFAD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C1CEA-0037-2D3D-9EFD-9D343EED5203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4CCB4-AE42-AD8D-9E6A-3B3714B710F0}"/>
              </a:ext>
            </a:extLst>
          </p:cNvPr>
          <p:cNvSpPr txBox="1"/>
          <p:nvPr/>
        </p:nvSpPr>
        <p:spPr>
          <a:xfrm>
            <a:off x="3721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22E09-932E-6558-E25C-512D9CDCF729}"/>
              </a:ext>
            </a:extLst>
          </p:cNvPr>
          <p:cNvSpPr txBox="1"/>
          <p:nvPr/>
        </p:nvSpPr>
        <p:spPr>
          <a:xfrm>
            <a:off x="6286500" y="1524000"/>
            <a:ext cx="2413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4650C-0A7E-A857-122D-3249D35CB357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A3482F-2161-96AA-B73B-1D681C8CC16F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BAAF79-44D4-84D3-DCE6-79BE98A7E139}"/>
              </a:ext>
            </a:extLst>
          </p:cNvPr>
          <p:cNvSpPr txBox="1"/>
          <p:nvPr/>
        </p:nvSpPr>
        <p:spPr>
          <a:xfrm>
            <a:off x="6515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CE3551-7E96-F4A2-41A4-4E95C39E420B}"/>
              </a:ext>
            </a:extLst>
          </p:cNvPr>
          <p:cNvSpPr txBox="1"/>
          <p:nvPr/>
        </p:nvSpPr>
        <p:spPr>
          <a:xfrm>
            <a:off x="9080500" y="1524000"/>
            <a:ext cx="241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76427-93F0-35F0-B715-C7340C941278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E2D71-253F-860B-09E4-106420E0FA62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E65495-928F-8635-FFAC-A52FBA9E4881}"/>
              </a:ext>
            </a:extLst>
          </p:cNvPr>
          <p:cNvSpPr txBox="1"/>
          <p:nvPr/>
        </p:nvSpPr>
        <p:spPr>
          <a:xfrm>
            <a:off x="9309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457867-E81D-FC25-C39E-D3221F9417D0}"/>
              </a:ext>
            </a:extLst>
          </p:cNvPr>
          <p:cNvSpPr txBox="1"/>
          <p:nvPr/>
        </p:nvSpPr>
        <p:spPr>
          <a:xfrm>
            <a:off x="698500" y="4927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B55D3C-231F-3F56-115F-1101E6E57B5B}"/>
              </a:ext>
            </a:extLst>
          </p:cNvPr>
          <p:cNvSpPr txBox="1"/>
          <p:nvPr/>
        </p:nvSpPr>
        <p:spPr>
          <a:xfrm>
            <a:off x="990600" y="5138742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Multi-task head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39D87D-3B03-3712-C403-EB829A3F616E}"/>
              </a:ext>
            </a:extLst>
          </p:cNvPr>
          <p:cNvSpPr txBox="1"/>
          <p:nvPr/>
        </p:nvSpPr>
        <p:spPr>
          <a:xfrm>
            <a:off x="4254500" y="5105648"/>
            <a:ext cx="68580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אותו ייצוג משמש לשתי 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6DF504-89EF-5700-8CAB-363548B6B302}"/>
              </a:ext>
            </a:extLst>
          </p:cNvPr>
          <p:cNvSpPr txBox="1"/>
          <p:nvPr/>
        </p:nvSpPr>
        <p:spPr>
          <a:xfrm>
            <a:off x="990600" y="5647114"/>
            <a:ext cx="3048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   Completeness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7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11A442-376C-4AB8-4FD4-6B09C74584D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5442C-C60E-7A84-6D42-857F7CDE7B3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08DD3-716B-0AA5-47FB-C79E7C8F54E4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הארכיטקטורה ההיררכית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6654E-E4D0-E211-3F2D-A97C1BDC651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ABDF2-4ED1-380B-ADB3-ABF075D91F4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48A84C-A157-A947-592A-50BEEE13653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08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108AE-31C3-3C96-9F01-730F931A0E3C}"/>
              </a:ext>
            </a:extLst>
          </p:cNvPr>
          <p:cNvSpPr txBox="1"/>
          <p:nvPr/>
        </p:nvSpPr>
        <p:spPr>
          <a:xfrm>
            <a:off x="698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F446B-06F2-D96B-4CDC-468953198E05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0A2CE6-2832-8BE8-A5EF-0DAEB0E051C7}"/>
              </a:ext>
            </a:extLst>
          </p:cNvPr>
          <p:cNvCxnSpPr/>
          <p:nvPr/>
        </p:nvCxnSpPr>
        <p:spPr>
          <a:xfrm>
            <a:off x="2641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59D0EA-1D24-7E8C-8C07-F58F3696AC41}"/>
              </a:ext>
            </a:extLst>
          </p:cNvPr>
          <p:cNvSpPr txBox="1"/>
          <p:nvPr/>
        </p:nvSpPr>
        <p:spPr>
          <a:xfrm>
            <a:off x="2857500" y="1955800"/>
            <a:ext cx="190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7330D-9B20-56B8-16C6-516BE0FB38DD}"/>
              </a:ext>
            </a:extLst>
          </p:cNvPr>
          <p:cNvSpPr txBox="1"/>
          <p:nvPr/>
        </p:nvSpPr>
        <p:spPr>
          <a:xfrm>
            <a:off x="3009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C47DC8-7839-AE04-4CBB-F7190E88DCF5}"/>
              </a:ext>
            </a:extLst>
          </p:cNvPr>
          <p:cNvCxnSpPr/>
          <p:nvPr/>
        </p:nvCxnSpPr>
        <p:spPr>
          <a:xfrm>
            <a:off x="4800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8396433-3A62-AEE8-BE5C-5DF3A0D09129}"/>
              </a:ext>
            </a:extLst>
          </p:cNvPr>
          <p:cNvSpPr txBox="1"/>
          <p:nvPr/>
        </p:nvSpPr>
        <p:spPr>
          <a:xfrm>
            <a:off x="5016500" y="1955800"/>
            <a:ext cx="190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340C4-F230-27C4-3607-FF28834692F3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502CA3-EAA0-837A-FC5A-50CA1CF7CAA1}"/>
              </a:ext>
            </a:extLst>
          </p:cNvPr>
          <p:cNvCxnSpPr/>
          <p:nvPr/>
        </p:nvCxnSpPr>
        <p:spPr>
          <a:xfrm>
            <a:off x="6959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05B36B-17F4-8D84-2CE2-84E7F25B70E3}"/>
              </a:ext>
            </a:extLst>
          </p:cNvPr>
          <p:cNvSpPr txBox="1"/>
          <p:nvPr/>
        </p:nvSpPr>
        <p:spPr>
          <a:xfrm>
            <a:off x="7175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18A55-B115-7190-4F71-4C0503FDFC35}"/>
              </a:ext>
            </a:extLst>
          </p:cNvPr>
          <p:cNvSpPr txBox="1"/>
          <p:nvPr/>
        </p:nvSpPr>
        <p:spPr>
          <a:xfrm>
            <a:off x="7327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1D5D34-AC12-C7B8-9162-194CCE1D7866}"/>
              </a:ext>
            </a:extLst>
          </p:cNvPr>
          <p:cNvCxnSpPr/>
          <p:nvPr/>
        </p:nvCxnSpPr>
        <p:spPr>
          <a:xfrm>
            <a:off x="9118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912E74-1458-554B-B267-81CE6A6FAD4C}"/>
              </a:ext>
            </a:extLst>
          </p:cNvPr>
          <p:cNvSpPr txBox="1"/>
          <p:nvPr/>
        </p:nvSpPr>
        <p:spPr>
          <a:xfrm>
            <a:off x="9334500" y="1955800"/>
            <a:ext cx="1905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8BACC2-29A8-76FA-2E91-FD7312648B13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3977A5-E23D-C232-BDB7-EC1F9D5BF62B}"/>
              </a:ext>
            </a:extLst>
          </p:cNvPr>
          <p:cNvSpPr txBox="1"/>
          <p:nvPr/>
        </p:nvSpPr>
        <p:spPr>
          <a:xfrm>
            <a:off x="774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02107-D568-7156-5AD9-41E9A1E291FB}"/>
              </a:ext>
            </a:extLst>
          </p:cNvPr>
          <p:cNvSpPr txBox="1"/>
          <p:nvPr/>
        </p:nvSpPr>
        <p:spPr>
          <a:xfrm>
            <a:off x="698500" y="4673600"/>
            <a:ext cx="1079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7BD02D-E9F0-3DB2-ECE4-70988C125ED5}"/>
              </a:ext>
            </a:extLst>
          </p:cNvPr>
          <p:cNvSpPr txBox="1"/>
          <p:nvPr/>
        </p:nvSpPr>
        <p:spPr>
          <a:xfrm>
            <a:off x="990600" y="4922326"/>
            <a:ext cx="2794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line-type embedding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E8CAE3-26B5-47DE-8B48-ADB3A74BF33A}"/>
              </a:ext>
            </a:extLst>
          </p:cNvPr>
          <p:cNvSpPr txBox="1"/>
          <p:nvPr/>
        </p:nvSpPr>
        <p:spPr>
          <a:xfrm>
            <a:off x="4445000" y="4856653"/>
            <a:ext cx="6667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מוסיף למודל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1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CF3FF5-0C28-A48B-F6E5-F3AC1D6B793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8FFB7-9DEB-AFF1-B021-66D9C22E04A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1605F-2F66-DD44-F153-2E11EB4C8B30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סיווג המטרה: המודל הפשוט ניצח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B3E88-AEA4-86D7-8373-5CCD4C8D921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2EF3FB-A59B-71FE-A40D-61FC3193889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9B414F-D657-E941-B782-84C9B6416FE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B0E5BA-24DD-B00B-9D80-BDD0AA60CC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D91D33-F6C9-0715-20FD-BF47729A13EC}"/>
              </a:ext>
            </a:extLst>
          </p:cNvPr>
          <p:cNvSpPr txBox="1"/>
          <p:nvPr/>
        </p:nvSpPr>
        <p:spPr>
          <a:xfrm>
            <a:off x="8343900" y="1739900"/>
            <a:ext cx="31496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0C221-F69D-1F5E-8B64-874CA8F832D4}"/>
              </a:ext>
            </a:extLst>
          </p:cNvPr>
          <p:cNvSpPr txBox="1"/>
          <p:nvPr/>
        </p:nvSpPr>
        <p:spPr>
          <a:xfrm>
            <a:off x="11404600" y="17399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B61FA-143A-5CBB-F0A6-998BE707E143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49E08-DA8E-B75E-3534-1DCF21BDD070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9FB7C-8DFA-948E-1F1A-FDE5987AC44F}"/>
              </a:ext>
            </a:extLst>
          </p:cNvPr>
          <p:cNvSpPr txBox="1"/>
          <p:nvPr/>
        </p:nvSpPr>
        <p:spPr>
          <a:xfrm>
            <a:off x="8623300" y="2933576"/>
            <a:ext cx="2590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51B62-07D6-A459-BD2F-7B3EF62B43D2}"/>
              </a:ext>
            </a:extLst>
          </p:cNvPr>
          <p:cNvSpPr txBox="1"/>
          <p:nvPr/>
        </p:nvSpPr>
        <p:spPr>
          <a:xfrm>
            <a:off x="8343900" y="3634765"/>
            <a:ext cx="31496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41E00E-4874-4CB7-C401-16043432728E}"/>
              </a:ext>
            </a:extLst>
          </p:cNvPr>
          <p:cNvSpPr txBox="1"/>
          <p:nvPr/>
        </p:nvSpPr>
        <p:spPr>
          <a:xfrm>
            <a:off x="8343900" y="5270500"/>
            <a:ext cx="31496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C48637-8E12-189A-5072-F19676810F45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03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D8AEA7-43BA-AF25-5307-BDB5624D6B4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9A153-CED4-5BFC-02E9-B7AB68A2F85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6B258-C1CF-F345-2BE4-8919A76A0F1A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בדיקת בקרה חושפת דליפה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66904-2AFE-139B-6F7D-700A5E1BAB8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A5B54B-7353-172B-E7D6-ABBEAB24EDC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DAE8E4-A60A-2D86-930D-4F2E61DB0A5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10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BE06C-3B3D-E9FC-7A08-308CD6B5DCE3}"/>
              </a:ext>
            </a:extLst>
          </p:cNvPr>
          <p:cNvSpPr txBox="1"/>
          <p:nvPr/>
        </p:nvSpPr>
        <p:spPr>
          <a:xfrm>
            <a:off x="889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F17D8-5177-6F2B-8E0E-41571DED36D0}"/>
              </a:ext>
            </a:extLst>
          </p:cNvPr>
          <p:cNvSpPr txBox="1"/>
          <p:nvPr/>
        </p:nvSpPr>
        <p:spPr>
          <a:xfrm>
            <a:off x="1117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A0BD52-4AD2-D7F5-D2E1-CDC53B76D056}"/>
              </a:ext>
            </a:extLst>
          </p:cNvPr>
          <p:cNvCxnSpPr/>
          <p:nvPr/>
        </p:nvCxnSpPr>
        <p:spPr>
          <a:xfrm>
            <a:off x="387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A974ED-3B2C-A237-7201-AD63C3199FDE}"/>
              </a:ext>
            </a:extLst>
          </p:cNvPr>
          <p:cNvSpPr txBox="1"/>
          <p:nvPr/>
        </p:nvSpPr>
        <p:spPr>
          <a:xfrm>
            <a:off x="4318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DE906-192C-77BD-3BA1-975308D209D2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DC5F11-AFD9-9857-F3D3-C7E5347AE146}"/>
              </a:ext>
            </a:extLst>
          </p:cNvPr>
          <p:cNvCxnSpPr/>
          <p:nvPr/>
        </p:nvCxnSpPr>
        <p:spPr>
          <a:xfrm>
            <a:off x="7302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BC8E3E-8820-531A-A5E9-23677B8C27B2}"/>
              </a:ext>
            </a:extLst>
          </p:cNvPr>
          <p:cNvSpPr txBox="1"/>
          <p:nvPr/>
        </p:nvSpPr>
        <p:spPr>
          <a:xfrm>
            <a:off x="7747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DD9EE-5E06-2F0B-FF51-A615E6FA6FBC}"/>
              </a:ext>
            </a:extLst>
          </p:cNvPr>
          <p:cNvSpPr txBox="1"/>
          <p:nvPr/>
        </p:nvSpPr>
        <p:spPr>
          <a:xfrm>
            <a:off x="7975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1F2BB9-2F5D-2086-ED0E-7926857B1D15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C05F2-2E52-F9A1-1FA1-D3F3F8240E85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71A967-D3D2-9809-0E3D-CF6615E19D10}"/>
              </a:ext>
            </a:extLst>
          </p:cNvPr>
          <p:cNvSpPr txBox="1"/>
          <p:nvPr/>
        </p:nvSpPr>
        <p:spPr>
          <a:xfrm>
            <a:off x="889000" y="5295900"/>
            <a:ext cx="9779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8C8D6-5D3A-B23C-8776-1EE1C4247805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61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0642D7-E314-4712-3706-D001663EDFE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21848-3BEE-ED7E-4D8E-D53EC4BBBAC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7C05C-0976-F1FE-6D1E-1FD13FE102CB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זיהוי חוסר: המבנה ההיררכי ניצח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04972-35A6-1E55-2178-CD694B8F86D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356FE4-F22B-722F-2F7F-C0A07FACF71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750659-8C0D-819A-2204-DC9DED6EF3B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11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47384-A3F7-4336-60D1-3A7942EF4E6D}"/>
              </a:ext>
            </a:extLst>
          </p:cNvPr>
          <p:cNvSpPr txBox="1"/>
          <p:nvPr/>
        </p:nvSpPr>
        <p:spPr>
          <a:xfrm>
            <a:off x="698500" y="1320800"/>
            <a:ext cx="330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C47B8-CF70-488E-7684-C66E6E217BF9}"/>
              </a:ext>
            </a:extLst>
          </p:cNvPr>
          <p:cNvSpPr txBox="1"/>
          <p:nvPr/>
        </p:nvSpPr>
        <p:spPr>
          <a:xfrm>
            <a:off x="3911600" y="1320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8AA5A-1E8F-432D-C960-6A9516507852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E4089-FB56-CF89-CD01-A95B41DC1E43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B2B03-B5F2-8240-ED5E-C2BF139C9A79}"/>
              </a:ext>
            </a:extLst>
          </p:cNvPr>
          <p:cNvSpPr txBox="1"/>
          <p:nvPr/>
        </p:nvSpPr>
        <p:spPr>
          <a:xfrm>
            <a:off x="4445000" y="1320800"/>
            <a:ext cx="330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0F15E-D296-8EA4-1D19-BE12396311F5}"/>
              </a:ext>
            </a:extLst>
          </p:cNvPr>
          <p:cNvSpPr txBox="1"/>
          <p:nvPr/>
        </p:nvSpPr>
        <p:spPr>
          <a:xfrm>
            <a:off x="7658100" y="1320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400F9-1738-B6A3-BDFF-5D3B7D91A928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52436-CA29-53D7-6BF0-665395B7BC71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95D2B-14F0-26DD-3C20-DEF9062451AC}"/>
              </a:ext>
            </a:extLst>
          </p:cNvPr>
          <p:cNvSpPr txBox="1"/>
          <p:nvPr/>
        </p:nvSpPr>
        <p:spPr>
          <a:xfrm>
            <a:off x="8191500" y="1320800"/>
            <a:ext cx="330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F998B-C3C8-C61F-E07C-7109312350D8}"/>
              </a:ext>
            </a:extLst>
          </p:cNvPr>
          <p:cNvSpPr txBox="1"/>
          <p:nvPr/>
        </p:nvSpPr>
        <p:spPr>
          <a:xfrm>
            <a:off x="11404600" y="13208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3F987-7722-38ED-C308-33B82F90E5BC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A93167-917B-7CA3-E774-562CD3019C07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58E61C-C001-C98C-F044-BFD57092C11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7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5405AF-A8B9-358A-9FD6-BC119AA3059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82B39-1601-E0C3-BD40-6164502089D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79F15-8FBE-082A-3692-D424ED67A3BA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מידע על סוג השורה הוא רכיב מהותי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440F0-DEE0-035B-ADB1-FC0AAE60D6C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A14594-0B35-038C-432F-085A2FC24B5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B93FD9-A09C-4FFD-138D-0615A4155EC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09736-18FD-5AE5-3C7C-A4B75F10357E}"/>
              </a:ext>
            </a:extLst>
          </p:cNvPr>
          <p:cNvSpPr txBox="1"/>
          <p:nvPr/>
        </p:nvSpPr>
        <p:spPr>
          <a:xfrm>
            <a:off x="1778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25C23-BE9C-990B-2359-C107D6737C57}"/>
              </a:ext>
            </a:extLst>
          </p:cNvPr>
          <p:cNvSpPr txBox="1"/>
          <p:nvPr/>
        </p:nvSpPr>
        <p:spPr>
          <a:xfrm>
            <a:off x="5372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FF6D0-3D7A-DE78-FA70-DF39AE7CC69E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7ADFE-E0FB-E58C-EFBB-B6CEB5B5FC50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1EFC3-F4D0-1E8D-79D5-75124B19E630}"/>
              </a:ext>
            </a:extLst>
          </p:cNvPr>
          <p:cNvSpPr txBox="1"/>
          <p:nvPr/>
        </p:nvSpPr>
        <p:spPr>
          <a:xfrm>
            <a:off x="6731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7F6C6-794E-2467-FAA9-20B8914CDCE2}"/>
              </a:ext>
            </a:extLst>
          </p:cNvPr>
          <p:cNvSpPr txBox="1"/>
          <p:nvPr/>
        </p:nvSpPr>
        <p:spPr>
          <a:xfrm>
            <a:off x="10325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1B519-C56B-558C-3859-D8F8DEE4FC48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B1958-4B7A-A165-BD7C-357AE880820D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5F21EA-A87D-B9E3-FB03-A4B974025F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6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96EA71-D3AC-24C1-5AAD-61C18CB0E1D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DA49-7BBA-DB83-52DA-3C6EA678025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A34EF-AE7B-73B4-F353-86598F30DC09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מה המודל עדיין לא הוכיח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7196E-58AC-DDF1-AC96-AC980958F70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D4BBFB-1F76-829D-BFA7-1CDA8F38C73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DE3790-271E-2E51-8F4E-F0C9228315E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26DBF-0FA5-6A6D-30E9-AEBA533B9953}"/>
              </a:ext>
            </a:extLst>
          </p:cNvPr>
          <p:cNvSpPr txBox="1"/>
          <p:nvPr/>
        </p:nvSpPr>
        <p:spPr>
          <a:xfrm>
            <a:off x="6985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C048B-4826-50AB-EF99-EF30E5375899}"/>
              </a:ext>
            </a:extLst>
          </p:cNvPr>
          <p:cNvSpPr txBox="1"/>
          <p:nvPr/>
        </p:nvSpPr>
        <p:spPr>
          <a:xfrm>
            <a:off x="6985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58F7F-1464-3586-19B8-792431A0CDC3}"/>
              </a:ext>
            </a:extLst>
          </p:cNvPr>
          <p:cNvSpPr txBox="1"/>
          <p:nvPr/>
        </p:nvSpPr>
        <p:spPr>
          <a:xfrm>
            <a:off x="698500" y="2806700"/>
            <a:ext cx="31115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30085-4D04-967C-4880-38078948F67F}"/>
              </a:ext>
            </a:extLst>
          </p:cNvPr>
          <p:cNvSpPr txBox="1"/>
          <p:nvPr/>
        </p:nvSpPr>
        <p:spPr>
          <a:xfrm>
            <a:off x="698500" y="2806700"/>
            <a:ext cx="25527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B7F20-8A49-E490-5060-DC56653D7109}"/>
              </a:ext>
            </a:extLst>
          </p:cNvPr>
          <p:cNvSpPr txBox="1"/>
          <p:nvPr/>
        </p:nvSpPr>
        <p:spPr>
          <a:xfrm>
            <a:off x="6985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36AE04-112E-36BB-AAA4-9C9F55BC5E5E}"/>
              </a:ext>
            </a:extLst>
          </p:cNvPr>
          <p:cNvSpPr txBox="1"/>
          <p:nvPr/>
        </p:nvSpPr>
        <p:spPr>
          <a:xfrm>
            <a:off x="4381500" y="1346200"/>
            <a:ext cx="711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56A72-B0E4-A924-63E9-86FFE204F135}"/>
              </a:ext>
            </a:extLst>
          </p:cNvPr>
          <p:cNvSpPr txBox="1"/>
          <p:nvPr/>
        </p:nvSpPr>
        <p:spPr>
          <a:xfrm>
            <a:off x="4699000" y="15473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1FE10-0683-846A-E772-A4E3A94D3F32}"/>
              </a:ext>
            </a:extLst>
          </p:cNvPr>
          <p:cNvSpPr txBox="1"/>
          <p:nvPr/>
        </p:nvSpPr>
        <p:spPr>
          <a:xfrm>
            <a:off x="7620000" y="15192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15C3C-AD8B-91C9-C677-B92B03F8F65B}"/>
              </a:ext>
            </a:extLst>
          </p:cNvPr>
          <p:cNvSpPr txBox="1"/>
          <p:nvPr/>
        </p:nvSpPr>
        <p:spPr>
          <a:xfrm>
            <a:off x="4381500" y="2921000"/>
            <a:ext cx="711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8F974D-52C7-E829-727B-1431B3A902E0}"/>
              </a:ext>
            </a:extLst>
          </p:cNvPr>
          <p:cNvSpPr txBox="1"/>
          <p:nvPr/>
        </p:nvSpPr>
        <p:spPr>
          <a:xfrm>
            <a:off x="4699000" y="31221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BEAC3C-6B8C-DF51-6110-8ECE317FDE57}"/>
              </a:ext>
            </a:extLst>
          </p:cNvPr>
          <p:cNvSpPr txBox="1"/>
          <p:nvPr/>
        </p:nvSpPr>
        <p:spPr>
          <a:xfrm>
            <a:off x="7620000" y="30940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85565-D21B-3E80-7DB5-535615F9B806}"/>
              </a:ext>
            </a:extLst>
          </p:cNvPr>
          <p:cNvSpPr txBox="1"/>
          <p:nvPr/>
        </p:nvSpPr>
        <p:spPr>
          <a:xfrm>
            <a:off x="4381500" y="4495800"/>
            <a:ext cx="711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AEAE71-99A0-297D-0D3A-773163F0F20B}"/>
              </a:ext>
            </a:extLst>
          </p:cNvPr>
          <p:cNvSpPr txBox="1"/>
          <p:nvPr/>
        </p:nvSpPr>
        <p:spPr>
          <a:xfrm>
            <a:off x="4699000" y="46969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4C77A-BF85-B1A4-3062-FDC7A16E27F1}"/>
              </a:ext>
            </a:extLst>
          </p:cNvPr>
          <p:cNvSpPr txBox="1"/>
          <p:nvPr/>
        </p:nvSpPr>
        <p:spPr>
          <a:xfrm>
            <a:off x="7620000" y="46688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549EE9-3242-7DEB-AB5E-C5144C004ABB}"/>
              </a:ext>
            </a:extLst>
          </p:cNvPr>
          <p:cNvSpPr txBox="1"/>
          <p:nvPr/>
        </p:nvSpPr>
        <p:spPr>
          <a:xfrm>
            <a:off x="6985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58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253D03-5B28-C909-58D5-DA57DD69C97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53449-6680-3B3C-D9D3-2064B156D72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3290F-EAAD-556E-7A4B-D455ADBE00AE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מסקנות ושאלות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83B19-4895-21B1-20BC-FDD87846DC7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597D3-FB44-B6E3-DBA4-2CFAA685EE2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479E9B-B770-70B4-5B00-B010018AD3C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EB634-206E-E468-6DB7-A180016B893B}"/>
              </a:ext>
            </a:extLst>
          </p:cNvPr>
          <p:cNvSpPr txBox="1"/>
          <p:nvPr/>
        </p:nvSpPr>
        <p:spPr>
          <a:xfrm>
            <a:off x="698500" y="1422400"/>
            <a:ext cx="317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61354-E5D3-8397-5AE0-502E13FD537E}"/>
              </a:ext>
            </a:extLst>
          </p:cNvPr>
          <p:cNvSpPr txBox="1"/>
          <p:nvPr/>
        </p:nvSpPr>
        <p:spPr>
          <a:xfrm>
            <a:off x="3784600" y="14224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6466B-37A9-9DA0-8D59-DC05D8B13C72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71B39A-3332-DF5D-FB5C-162B8855F614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EA31A-27BE-255E-D0E2-CF3D0960AFA1}"/>
              </a:ext>
            </a:extLst>
          </p:cNvPr>
          <p:cNvSpPr txBox="1"/>
          <p:nvPr/>
        </p:nvSpPr>
        <p:spPr>
          <a:xfrm>
            <a:off x="698500" y="2717800"/>
            <a:ext cx="317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C511A-4FAC-1F8A-079C-9874509B1115}"/>
              </a:ext>
            </a:extLst>
          </p:cNvPr>
          <p:cNvSpPr txBox="1"/>
          <p:nvPr/>
        </p:nvSpPr>
        <p:spPr>
          <a:xfrm>
            <a:off x="3784600" y="2717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3D517C-780B-F315-540B-EDB61FF11931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24136-2A19-77CB-4EFA-BA6394734071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56AD6C-641A-7DD3-C3C3-74F3CCD4AD19}"/>
              </a:ext>
            </a:extLst>
          </p:cNvPr>
          <p:cNvSpPr txBox="1"/>
          <p:nvPr/>
        </p:nvSpPr>
        <p:spPr>
          <a:xfrm>
            <a:off x="698500" y="4013200"/>
            <a:ext cx="317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52D0AE-FE0C-511B-9BEF-670D7E56D157}"/>
              </a:ext>
            </a:extLst>
          </p:cNvPr>
          <p:cNvSpPr txBox="1"/>
          <p:nvPr/>
        </p:nvSpPr>
        <p:spPr>
          <a:xfrm>
            <a:off x="3784600" y="40132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96A42F-80BE-DBF0-DEA5-3A0F9E98B082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F39CD9-6170-EDA4-8904-9D4CCD1F06C3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C91160-FF1C-93F1-85A4-28ABAD5AA408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242E07-8416-655E-00B9-C343D681692F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A0D210-5D7E-BC8C-B5BC-0BF362093A21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E2162A-90F4-2AC3-1BB6-D88D48FCA8DD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AF237-93A6-FF8A-01A8-CD2B19DA374C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D5BD26-8209-25E2-FE96-9ED1B1F56CAB}"/>
              </a:ext>
            </a:extLst>
          </p:cNvPr>
          <p:cNvSpPr txBox="1"/>
          <p:nvPr/>
        </p:nvSpPr>
        <p:spPr>
          <a:xfrm>
            <a:off x="6032500" y="3954953"/>
            <a:ext cx="431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labels ≠ commit message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6CD73F-9561-AABC-EA25-F1EF93436096}"/>
              </a:ext>
            </a:extLst>
          </p:cNvPr>
          <p:cNvSpPr txBox="1"/>
          <p:nvPr/>
        </p:nvSpPr>
        <p:spPr>
          <a:xfrm>
            <a:off x="6032500" y="4414842"/>
            <a:ext cx="4318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נדרש מקור תוויות עצמאי.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C7DF1A-AAFF-95A2-F39C-46D3AEC058A6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3712BE-AB8C-10D0-3A52-63ED3FAF5895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B6F5DD-895E-F762-AD67-7EE99AC16B80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36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C831DB-B144-8624-DCDC-E797EA631B6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EF68B-B5DC-4C01-DD2E-0ED4F51BBCE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9083B-D264-FA3C-46A7-7EB74D797D47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מטריצות בלבול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0F5C0-A9D3-DC16-61BF-AFF46D993F3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8D602-8C56-749D-5E34-B46B40605AE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62AFC3-575C-2FC1-9CA2-DE741E38A92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353EFC-0321-665A-45E5-B5FBE1C851C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14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BFF9A3-0023-20A6-7174-66441EEB5DB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8163C-DCCF-D5B1-5799-6BBB1C07B21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7A311-7395-02D0-CD2B-9D54A1A23B26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ביצועים לפי סוג שינוי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857CA-3EED-4EE3-747E-08FDAFDA996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FC1188-5256-B6E4-4346-CD3CCBB5596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A633F1-4395-3098-FB78-ABE6B4894D2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485620-3B8C-F32F-9981-AFB18C4FECC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E07FE7-D6FB-E76D-7C20-42C46E5DBED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B88A6-089C-C321-C82F-C7567044117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83E82-D3B3-C429-1E65-ABDEF60CC42C}"/>
              </a:ext>
            </a:extLst>
          </p:cNvPr>
          <p:cNvSpPr txBox="1"/>
          <p:nvPr/>
        </p:nvSpPr>
        <p:spPr>
          <a:xfrm>
            <a:off x="4318000" y="243493"/>
            <a:ext cx="7239000" cy="4411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מחקרי הרחבה</a:t>
            </a:r>
            <a:endParaRPr lang="en-IL" sz="2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5E4C0-50CB-107F-41A3-A2FFD633FFF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A0A890-26B8-6DC6-0860-FA4F24400D7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43AF93-5CBE-A2F3-44FE-A5C27372F11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19B72-D3CD-F727-AA7C-DDC1CDA30D9F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74FEEA-EFAA-793B-D918-984FBFE6F2E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C61F47-A46E-4A11-0420-177D6EE8D899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39597F-BA8D-2C7B-9DCE-AAF2CE09540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7B18D8-CC42-4035-71F9-AD0589083694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0B1FC3-F698-CB61-FDA4-333D3B05AB9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7C86AD-E9A7-F92E-448B-B2EB1EFA679C}"/>
              </a:ext>
            </a:extLst>
          </p:cNvPr>
          <p:cNvSpPr txBox="1"/>
          <p:nvPr/>
        </p:nvSpPr>
        <p:spPr>
          <a:xfrm>
            <a:off x="609600" y="4406900"/>
            <a:ext cx="109728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B28F8-8493-472B-C360-A8B2CA038808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A2DF8B-7684-05FE-3C17-9E56A642DD8F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7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Microsoft Macintosh PowerPoint</Application>
  <PresentationFormat>Widescreen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2026-10-07T16:33:26Z</dcterms:created>
  <dcterms:modified xsi:type="dcterms:W3CDTF">2026-10-07T16:33:40Z</dcterms:modified>
</cp:coreProperties>
</file>