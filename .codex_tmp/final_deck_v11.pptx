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EADBD-AB6A-9C46-A6E4-549F5A156FE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6F23E-8B5E-3241-ABD2-49C54F7BD77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5534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1794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1434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6415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301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43260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8476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8323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2859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7490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9411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50576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8175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4508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4356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2772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4540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6F23E-8B5E-3241-ABD2-49C54F7BD77F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0165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AFCE-1D3A-7D30-7D4D-8F5657936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523C2-9800-FF63-B81E-6711EE0DE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E0264-B35D-0340-5783-BF874F91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0DAA8-C3D3-CA69-DD51-D4B87604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85BDB-38FA-2845-2A5E-7BFB6DEC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210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BD75-C126-EF5A-AA0D-E48955BA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8BC4-DB59-72E3-6D8C-1229171FD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EF942-737B-0AFA-DC24-F4BC7083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C9BC-6C8D-5BCB-6729-9D23AEEA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8E348-5FB0-E652-6927-8B6809A9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8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00F9-BDC0-9944-4EE8-34527829D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2F310-9F7A-238B-E98E-2C09C046A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F4792-E835-1A68-5629-E329D1DA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D8BC0-502C-2189-BAE1-AD98D3F6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A5931-C640-02CC-64C7-CA6F6B38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447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2DB3-FDFE-A01F-CB63-DF566DD3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2FD6-C966-3F90-63BA-833E2A9CA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2747B-1179-F718-CE35-6E6B82A2D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68B7E-E78D-557D-F1A8-04039E0D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8D734-7256-1FF2-6F36-1E43D749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C748F-795B-CCA0-ED0D-E9CDEB14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575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3E33-53A1-4089-3464-07398E72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7E9C1-BCD7-CB82-87DB-DFDC9274A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7E83D-2708-A4C5-7F01-56E0154A2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CF643-C89D-7C1B-6CFE-7420EC010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775F9-1C01-0215-D709-6857FF63B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8F0BC-6A8B-26A1-4455-8FF4FF31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D31983-9215-7BDA-54A6-99E861A9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22434-5E79-B693-300F-48C6757D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619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FEA2-CBDD-8CB8-E052-F722AB7A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CE47-F9DA-2334-8E0F-282B43D6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DA62F-F761-4162-ED7A-75CDB871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9DD12-46EF-1469-6253-40957FBD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140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00E42-B01E-89E1-A108-4DD10C42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E89C7B-4D70-A98E-7A11-F107131D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C021B-2443-5CEE-7D7C-07A508C6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934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994B-12C1-B218-A403-C75F951A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88527-DCA4-12BF-7C5F-0A12A8ADA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66F17-96A3-D1F0-02C6-9D8DE2FF4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01EF9-CBA4-1BD3-0AC0-48156CCF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BECE1-634D-902B-1F22-044F15A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4EF32-D465-3515-984F-81079301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609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7BF3-8F89-57B4-0C56-46B152D9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09DF2-C2C4-7958-BD46-890B2A2404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69D34-863E-8FF9-0EB6-D4A965B1D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0FD98-6529-639A-FD25-8F913811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C614B-0238-EE71-7EA5-C682432F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48D4C-7324-FE11-08AB-A3E7E0E2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854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6DDC-7ADA-3E85-D6E7-16568D4D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A33A5-9B91-8A36-7510-B8927858C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961CF-BD61-2EEB-77AD-1E36AF96F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FBD59-9B8A-1452-8877-6C6A8FDA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8814F-50B9-B062-885B-B1E5E8AA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956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271BC-6506-A906-9A76-6CBD9328E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0C24F-B95A-1924-FB31-85661EC83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07EF-F232-4FE3-AB17-C331C68A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BC670-5269-A22A-7424-747030A5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98D46-99D0-4582-31E4-17DD152E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266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7E495-1947-8C1A-B841-D0FC6B4EA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6FE40-414A-CE10-8FE2-F99FEB1DB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2260D-F5EB-A56B-09C5-3388C304C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97136-296B-D940-8FDC-7B205DD934A5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BB1A2-8990-AB20-5966-47A6C02AE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05284-64AB-2BBF-8E0B-ABF19CF51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5306B-B7FE-A543-A03F-137C772E55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028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46">
            <a:extLst>
              <a:ext uri="{FF2B5EF4-FFF2-40B4-BE49-F238E27FC236}">
                <a16:creationId xmlns:a16="http://schemas.microsoft.com/office/drawing/2014/main" id="{23EFCB50-B192-523C-14CA-9C49032A580C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9B32F-5D57-8605-9D28-587E67960E57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6632D-A590-08AC-99C2-72EBA878E628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EB1304-143A-D853-7899-6DB1F7E08023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C9452C-8EAB-632F-E6F5-B7C8437A5277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840C58-8F1D-42B0-B8EB-5DDD9D66C32C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6790A-FDA6-0B66-DA66-995FCA921863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64E98-CF36-0999-0B45-5D9B9F903662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C3B2B7-BA3F-861C-F449-F310E47230E6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7023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47">
            <a:extLst>
              <a:ext uri="{FF2B5EF4-FFF2-40B4-BE49-F238E27FC236}">
                <a16:creationId xmlns:a16="http://schemas.microsoft.com/office/drawing/2014/main" id="{31EDBDA1-64E1-DD89-FDE6-AEAB7C2578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48">
            <a:extLst>
              <a:ext uri="{FF2B5EF4-FFF2-40B4-BE49-F238E27FC236}">
                <a16:creationId xmlns:a16="http://schemas.microsoft.com/office/drawing/2014/main" id="{E2B1B720-A8AC-9D31-2BD3-F57E8C2B1C2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AAD81-71EB-EAE4-88C0-16D72FED316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1835A-FECE-5285-B70A-A75225363CB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AC713C-7D92-9A1D-08AC-C888128D23B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774CCD-6031-263B-0144-36DDC6D9418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549">
            <a:extLst>
              <a:ext uri="{FF2B5EF4-FFF2-40B4-BE49-F238E27FC236}">
                <a16:creationId xmlns:a16="http://schemas.microsoft.com/office/drawing/2014/main" id="{0449F73D-A0C6-3814-A14F-A7A0B29E1981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2BB0F-CC76-8A47-5DEA-0A082E3FC4CB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550">
            <a:extLst>
              <a:ext uri="{FF2B5EF4-FFF2-40B4-BE49-F238E27FC236}">
                <a16:creationId xmlns:a16="http://schemas.microsoft.com/office/drawing/2014/main" id="{76C322B2-DB90-62FA-B0AB-DE27D5FF4CC3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F3C95-8A60-494A-2168-581FB95F4DA6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892636-B5DD-F14A-90B7-51FFEA063586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F7A6C-0B62-FBFE-0D62-2DF16F8DF707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9021F8-E859-A97C-BEEA-18D2D0DB5C09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440E739-C644-38F3-DCD3-6EB02E1039F4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D86258-5465-2DDD-A7B6-43C1468BC691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⁦Code Review⁩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5086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51">
            <a:extLst>
              <a:ext uri="{FF2B5EF4-FFF2-40B4-BE49-F238E27FC236}">
                <a16:creationId xmlns:a16="http://schemas.microsoft.com/office/drawing/2014/main" id="{5C3BEEC9-2538-E2A9-00EB-42A8D3B945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52">
            <a:extLst>
              <a:ext uri="{FF2B5EF4-FFF2-40B4-BE49-F238E27FC236}">
                <a16:creationId xmlns:a16="http://schemas.microsoft.com/office/drawing/2014/main" id="{81AD3546-6EDE-716D-F0C6-89DC6C979A0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5ED84-891B-43CF-15C4-705CFF5E87B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D9C10-8932-0267-A753-8E8F3CCC11F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4EAE74-CB40-FC09-717B-E2C1F2FE7E5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F7546D-6EFA-3403-5EDC-CC44F9C69F3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553">
            <a:extLst>
              <a:ext uri="{FF2B5EF4-FFF2-40B4-BE49-F238E27FC236}">
                <a16:creationId xmlns:a16="http://schemas.microsoft.com/office/drawing/2014/main" id="{05F7C57C-49AE-25F9-82A0-9F7CE766B5DF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BEBD5-39B8-3D25-D046-B418FC220670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6630B-8F28-E742-4D65-0F48114593D6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92A60-102A-234C-418E-7F8D9FE6934F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554">
            <a:extLst>
              <a:ext uri="{FF2B5EF4-FFF2-40B4-BE49-F238E27FC236}">
                <a16:creationId xmlns:a16="http://schemas.microsoft.com/office/drawing/2014/main" id="{07AFE9AF-86C7-96F5-94A3-F8B763665199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B8757-2D24-991B-ABB6-7F0EA3F50DD4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048F90-60F4-4A8A-C3F8-28A42E3C5F27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4BA141-0F38-8088-377F-B357CEE98F4D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4680FE-1340-6B46-6C6D-724E0747F15D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5B433-E58F-190A-5E6C-03FABD0014D1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826BCD-A872-7527-9E09-5A9573A72BA6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AFB9F7-E623-8031-C191-BCBA2BB533ED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5164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55">
            <a:extLst>
              <a:ext uri="{FF2B5EF4-FFF2-40B4-BE49-F238E27FC236}">
                <a16:creationId xmlns:a16="http://schemas.microsoft.com/office/drawing/2014/main" id="{2AD5CEE9-CE17-9F62-2874-53E1902636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56">
            <a:extLst>
              <a:ext uri="{FF2B5EF4-FFF2-40B4-BE49-F238E27FC236}">
                <a16:creationId xmlns:a16="http://schemas.microsoft.com/office/drawing/2014/main" id="{A980E538-B5C2-6E28-2496-B1C3A83ECF2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90EB0-33F5-6618-0D17-87454435440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E3B6B-4154-93CF-5DAF-CD96A4018EB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DC287C-F77A-36FD-69F3-2426DFC7041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259865-DD2F-B3AB-2977-2B7B2DA5170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557">
            <a:extLst>
              <a:ext uri="{FF2B5EF4-FFF2-40B4-BE49-F238E27FC236}">
                <a16:creationId xmlns:a16="http://schemas.microsoft.com/office/drawing/2014/main" id="{506A8294-7A57-5410-4ADC-65DE2892EB61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E9DA6A-CE59-B517-56CE-835D8C0FFDCD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0D8CB0-25A6-8D7D-18D9-95CD090753E8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558">
            <a:extLst>
              <a:ext uri="{FF2B5EF4-FFF2-40B4-BE49-F238E27FC236}">
                <a16:creationId xmlns:a16="http://schemas.microsoft.com/office/drawing/2014/main" id="{3F136FD7-1C3E-0F09-4741-54FE9BD21729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E2AED-43C9-147B-D94A-758BF8FF4F31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8BA245-9DD3-79B8-A34E-8C8064871D7B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559">
            <a:extLst>
              <a:ext uri="{FF2B5EF4-FFF2-40B4-BE49-F238E27FC236}">
                <a16:creationId xmlns:a16="http://schemas.microsoft.com/office/drawing/2014/main" id="{1C29394E-C2D0-2743-E3A1-E867AE9C0B84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7BBA74-AD9F-65F1-1B34-4FABDF1F3054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D63BCB-7FB3-4C74-A5E3-6D8D70C9E517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560">
            <a:extLst>
              <a:ext uri="{FF2B5EF4-FFF2-40B4-BE49-F238E27FC236}">
                <a16:creationId xmlns:a16="http://schemas.microsoft.com/office/drawing/2014/main" id="{BFDD9D01-E1FB-822A-8A56-ACD976D1D88B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10256D-547A-9146-BEC9-B95B4EE37F75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D88070-9773-AB3A-A1F1-FC501048377E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561">
            <a:extLst>
              <a:ext uri="{FF2B5EF4-FFF2-40B4-BE49-F238E27FC236}">
                <a16:creationId xmlns:a16="http://schemas.microsoft.com/office/drawing/2014/main" id="{EC04FC39-0AB7-1A13-3373-2ADB1C8931D3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3A6C26-435C-7C76-83F7-CF6B3711E9A6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9160C1-F671-B548-339D-3028ECF065BA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25194E-0B96-4676-CC1A-F25AFF09EC43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A3939F-BF4C-C5C9-A9D3-62CDCA9619FF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DFAA9F-C9A6-03D9-8112-2FD00DEC651C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FBF8E2-D66E-E392-75BE-63579EC626B1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17BC55-7E23-5B1E-04EE-24244E8C2668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562">
            <a:extLst>
              <a:ext uri="{FF2B5EF4-FFF2-40B4-BE49-F238E27FC236}">
                <a16:creationId xmlns:a16="http://schemas.microsoft.com/office/drawing/2014/main" id="{88F87899-7204-C8D2-D137-EE03776C785B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750D57-4BE2-162C-2E8F-1185D798CAEF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954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63">
            <a:extLst>
              <a:ext uri="{FF2B5EF4-FFF2-40B4-BE49-F238E27FC236}">
                <a16:creationId xmlns:a16="http://schemas.microsoft.com/office/drawing/2014/main" id="{C4ACF784-D15F-C331-14B2-E998AABAF6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64">
            <a:extLst>
              <a:ext uri="{FF2B5EF4-FFF2-40B4-BE49-F238E27FC236}">
                <a16:creationId xmlns:a16="http://schemas.microsoft.com/office/drawing/2014/main" id="{7FA60134-0FE6-9F98-E7C5-6383E70EC77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BE083-F269-7C80-23C0-E34332C32B2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2EEA3-DC5C-7E08-B8CD-0453BDAFDDD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566FAC-F591-2C9A-BA54-2C817A2BFD9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275ACB-595A-27A7-F78C-344D2210BF8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55DAE8-2963-6DDE-11EC-8F54D24D771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565">
            <a:extLst>
              <a:ext uri="{FF2B5EF4-FFF2-40B4-BE49-F238E27FC236}">
                <a16:creationId xmlns:a16="http://schemas.microsoft.com/office/drawing/2014/main" id="{7E4B83AC-982E-E2AB-94EE-D95C7EF3EBFD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566">
            <a:extLst>
              <a:ext uri="{FF2B5EF4-FFF2-40B4-BE49-F238E27FC236}">
                <a16:creationId xmlns:a16="http://schemas.microsoft.com/office/drawing/2014/main" id="{E5847828-8D0C-4241-927B-67D5FC9E54EA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8EDE7-49DA-832B-7F01-18C15476A260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D9CB2D-24BC-01EC-010D-A24EA12C5DB7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567">
            <a:extLst>
              <a:ext uri="{FF2B5EF4-FFF2-40B4-BE49-F238E27FC236}">
                <a16:creationId xmlns:a16="http://schemas.microsoft.com/office/drawing/2014/main" id="{FD5D4552-9B87-B1F6-C628-A69C8D233237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568">
            <a:extLst>
              <a:ext uri="{FF2B5EF4-FFF2-40B4-BE49-F238E27FC236}">
                <a16:creationId xmlns:a16="http://schemas.microsoft.com/office/drawing/2014/main" id="{B737D3E6-3092-D90F-EE05-1752211700C2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EFDC5D-F6E9-1E28-FF2A-168D7F275724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BD4DA1-8571-178F-0EAB-BD450D34F634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569">
            <a:extLst>
              <a:ext uri="{FF2B5EF4-FFF2-40B4-BE49-F238E27FC236}">
                <a16:creationId xmlns:a16="http://schemas.microsoft.com/office/drawing/2014/main" id="{3F24EA3E-A6F2-D43D-7A29-FF8E3AFB8346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570">
            <a:extLst>
              <a:ext uri="{FF2B5EF4-FFF2-40B4-BE49-F238E27FC236}">
                <a16:creationId xmlns:a16="http://schemas.microsoft.com/office/drawing/2014/main" id="{57D59B47-9476-A9A0-FC84-0266B9A1C930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B54029-42E5-8EEE-6E88-BDE91250AE66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173999-6D13-F337-1BCA-10A8F0AC8215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FAB975-E06B-A828-8674-BC2F5D220282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8595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71">
            <a:extLst>
              <a:ext uri="{FF2B5EF4-FFF2-40B4-BE49-F238E27FC236}">
                <a16:creationId xmlns:a16="http://schemas.microsoft.com/office/drawing/2014/main" id="{13C8F8F2-3D0C-43B8-4489-80CD71EDCB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72">
            <a:extLst>
              <a:ext uri="{FF2B5EF4-FFF2-40B4-BE49-F238E27FC236}">
                <a16:creationId xmlns:a16="http://schemas.microsoft.com/office/drawing/2014/main" id="{C50D2DC6-ED66-9ED3-EB6E-163C906EC11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A71EE-D8C9-ABF9-D090-AD0405EBFB4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79CE0-BD47-9E0C-6360-9F81840A7C7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338B90-4999-A2CD-3C20-3B47EA94D59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01D974-FF00-20F2-CFA6-CB68FFE37C4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573">
            <a:extLst>
              <a:ext uri="{FF2B5EF4-FFF2-40B4-BE49-F238E27FC236}">
                <a16:creationId xmlns:a16="http://schemas.microsoft.com/office/drawing/2014/main" id="{16CC4C06-2568-24B2-1DFB-5B8915C0607E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64B9D-0CE5-48B8-5F0A-23B7AD3A40E7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221BFD-2087-0708-5F1D-7D34295B0CAA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574">
            <a:extLst>
              <a:ext uri="{FF2B5EF4-FFF2-40B4-BE49-F238E27FC236}">
                <a16:creationId xmlns:a16="http://schemas.microsoft.com/office/drawing/2014/main" id="{FE8D8C1E-1BAE-E6B3-200F-E3395CEE44A1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42290-A0A1-C8E0-5FCD-0C9A5B583B27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4E2F8-BD12-37BA-AC7A-38B66A8DE487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592B46-D4D4-70F2-A4C3-CC65025C626C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B0B792-D25C-02C7-3ED3-763BE6BBA6EF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707226-142B-8782-C1A2-47572754B813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06D699-21EA-D232-DE2E-0680167F0B0D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6030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75">
            <a:extLst>
              <a:ext uri="{FF2B5EF4-FFF2-40B4-BE49-F238E27FC236}">
                <a16:creationId xmlns:a16="http://schemas.microsoft.com/office/drawing/2014/main" id="{F3BD1B46-F687-D40B-DEF3-BB8BBDE9B1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76">
            <a:extLst>
              <a:ext uri="{FF2B5EF4-FFF2-40B4-BE49-F238E27FC236}">
                <a16:creationId xmlns:a16="http://schemas.microsoft.com/office/drawing/2014/main" id="{DE474BF7-3FF8-9B28-6CBA-0F222C4E745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15137-AB30-EF24-287C-37023706104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769CC-A66C-B26E-33E8-C8E4167AB20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16090F-59A9-7377-56AF-E962343EE13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624853-A28D-AF7C-9EC7-94D95AEB7E2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577">
            <a:extLst>
              <a:ext uri="{FF2B5EF4-FFF2-40B4-BE49-F238E27FC236}">
                <a16:creationId xmlns:a16="http://schemas.microsoft.com/office/drawing/2014/main" id="{5C6F967C-D461-37E9-2DFB-1DF76D024F07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EF3C2A-A6CF-BD21-2E73-69E55E3042B5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72473-BA70-2513-736C-1EA0601D0F01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471C8-0D18-F145-4D86-FE2D78FB534A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578">
            <a:extLst>
              <a:ext uri="{FF2B5EF4-FFF2-40B4-BE49-F238E27FC236}">
                <a16:creationId xmlns:a16="http://schemas.microsoft.com/office/drawing/2014/main" id="{F42F00C0-59D6-0D84-257B-52EB08EAF4BD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71EBF8-E9BB-0E30-CF31-0D70E5383CB6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AC499-5640-A96E-EEA3-322595516056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58C1D4-3AEE-5F99-4433-46107C1CDE67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579">
            <a:extLst>
              <a:ext uri="{FF2B5EF4-FFF2-40B4-BE49-F238E27FC236}">
                <a16:creationId xmlns:a16="http://schemas.microsoft.com/office/drawing/2014/main" id="{9CB6FE21-31C0-F34B-AE9E-485041564030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B84753-B98F-4251-D3E8-CF6E9A5DF752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3C7001-DE89-4454-4AC8-0F0E9235FD63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6AFEE0-45C9-6FB6-9439-7DA1DDD91B1D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580">
            <a:extLst>
              <a:ext uri="{FF2B5EF4-FFF2-40B4-BE49-F238E27FC236}">
                <a16:creationId xmlns:a16="http://schemas.microsoft.com/office/drawing/2014/main" id="{C1FA8ECF-76EB-B6F9-13A2-E986CD68BAC8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6E476-EFE4-8229-D609-A45505735CA0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F716EA-7E9E-D13F-F5FA-D68639448F21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5BA820-D660-D131-87CB-1CD4E41468FF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581">
            <a:extLst>
              <a:ext uri="{FF2B5EF4-FFF2-40B4-BE49-F238E27FC236}">
                <a16:creationId xmlns:a16="http://schemas.microsoft.com/office/drawing/2014/main" id="{86B14BB1-D43F-24FE-EB54-96C32A2016E9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BAC79E-8C65-0B8D-5085-022E2C5B2190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⁦Multi-task head⁩.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18575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82">
            <a:extLst>
              <a:ext uri="{FF2B5EF4-FFF2-40B4-BE49-F238E27FC236}">
                <a16:creationId xmlns:a16="http://schemas.microsoft.com/office/drawing/2014/main" id="{3A6A8D48-0E63-BCE9-4E0A-DC66FCAA47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83">
            <a:extLst>
              <a:ext uri="{FF2B5EF4-FFF2-40B4-BE49-F238E27FC236}">
                <a16:creationId xmlns:a16="http://schemas.microsoft.com/office/drawing/2014/main" id="{6B2961C7-6C16-BA22-9DFA-452895BB832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EDD12-CC76-8C7C-93B6-42C5047AD72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C4B3A-62E6-6459-1540-CF569A6A4D6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BC1C49-B865-0CEC-4A51-7C2A856C2EF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7274FD-51BE-03A8-181E-E61D25FD602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584">
            <a:extLst>
              <a:ext uri="{FF2B5EF4-FFF2-40B4-BE49-F238E27FC236}">
                <a16:creationId xmlns:a16="http://schemas.microsoft.com/office/drawing/2014/main" id="{DFF8DD8E-E01E-6AF5-DA69-DE9D3C1F22C0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79AB7-1FF8-BE50-CEEB-734CFFA7899C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F11EF7-BCA3-32B0-4CF1-F6D13FDCCEAB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585">
            <a:extLst>
              <a:ext uri="{FF2B5EF4-FFF2-40B4-BE49-F238E27FC236}">
                <a16:creationId xmlns:a16="http://schemas.microsoft.com/office/drawing/2014/main" id="{DACC5944-9848-107E-E6A6-56B7A91B8AF6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38187-485D-F238-97F2-15087D2FF456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7CC218-FFEA-EA6E-6CE6-C35AF4DC3A13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586">
            <a:extLst>
              <a:ext uri="{FF2B5EF4-FFF2-40B4-BE49-F238E27FC236}">
                <a16:creationId xmlns:a16="http://schemas.microsoft.com/office/drawing/2014/main" id="{7BAA734C-773C-1FA1-388E-D538B480CF0C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4190F9-06AC-954D-9D3C-03C9F14E6E98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7F074C-6334-02EE-76D5-1392805A1422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587">
            <a:extLst>
              <a:ext uri="{FF2B5EF4-FFF2-40B4-BE49-F238E27FC236}">
                <a16:creationId xmlns:a16="http://schemas.microsoft.com/office/drawing/2014/main" id="{0813EB99-187B-8AC0-0FDB-9EF0E89BBB0A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6C98D-87A7-1DCF-CD43-B29DB3A324B9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18DF2B-0CC8-1F15-9ED5-65A811D0C1FC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588">
            <a:extLst>
              <a:ext uri="{FF2B5EF4-FFF2-40B4-BE49-F238E27FC236}">
                <a16:creationId xmlns:a16="http://schemas.microsoft.com/office/drawing/2014/main" id="{C960EFF6-5C90-BB99-CCC0-1A6146D4B005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181C7D-0842-98F3-AE7E-2139892E4D3E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23EBC7-616F-6BAF-3440-87CE71964D8A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589">
            <a:extLst>
              <a:ext uri="{FF2B5EF4-FFF2-40B4-BE49-F238E27FC236}">
                <a16:creationId xmlns:a16="http://schemas.microsoft.com/office/drawing/2014/main" id="{36F63F1C-418B-5F13-FAFB-8E94D827CA00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541377-CCE1-4C8B-6574-99AB648276F0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⁦line-type embedding⁩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34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90">
            <a:extLst>
              <a:ext uri="{FF2B5EF4-FFF2-40B4-BE49-F238E27FC236}">
                <a16:creationId xmlns:a16="http://schemas.microsoft.com/office/drawing/2014/main" id="{7A864321-2782-6520-551E-FB975A2F88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91">
            <a:extLst>
              <a:ext uri="{FF2B5EF4-FFF2-40B4-BE49-F238E27FC236}">
                <a16:creationId xmlns:a16="http://schemas.microsoft.com/office/drawing/2014/main" id="{BAA5520E-B4E0-8115-D9A7-12BFCF05C84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5C1A5-21C1-082D-E713-C5B68DA0FF9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1B52-F7B5-DDA9-175C-472CD505CCE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A8D307-74EF-88EA-51D1-8C75DB0E49D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02BD950-AE61-34A6-61FA-E8CF42F709A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CE59D8-FCEC-E3A8-0003-DE21E9DC64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592">
            <a:extLst>
              <a:ext uri="{FF2B5EF4-FFF2-40B4-BE49-F238E27FC236}">
                <a16:creationId xmlns:a16="http://schemas.microsoft.com/office/drawing/2014/main" id="{B12BEEEC-A8CE-9BD9-6CE3-57F88A18BCBA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593">
            <a:extLst>
              <a:ext uri="{FF2B5EF4-FFF2-40B4-BE49-F238E27FC236}">
                <a16:creationId xmlns:a16="http://schemas.microsoft.com/office/drawing/2014/main" id="{36F8D360-E3E4-3452-D80B-C46D18942482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7A13A-F812-644C-80A7-B18C0D640AA7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4DD527-210B-9A1C-CE77-39FB4A448ED1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AC84D-3513-7507-338E-95DA2E8C670C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⁦TF-IDF⁩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594">
            <a:extLst>
              <a:ext uri="{FF2B5EF4-FFF2-40B4-BE49-F238E27FC236}">
                <a16:creationId xmlns:a16="http://schemas.microsoft.com/office/drawing/2014/main" id="{A79FCEA0-D849-F598-A301-28460DD05FAC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3F8540-39CE-99BB-6FAD-4E2736FF2510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615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95">
            <a:extLst>
              <a:ext uri="{FF2B5EF4-FFF2-40B4-BE49-F238E27FC236}">
                <a16:creationId xmlns:a16="http://schemas.microsoft.com/office/drawing/2014/main" id="{2FF3A79F-7EF9-BD7D-615C-7929223EF0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96">
            <a:extLst>
              <a:ext uri="{FF2B5EF4-FFF2-40B4-BE49-F238E27FC236}">
                <a16:creationId xmlns:a16="http://schemas.microsoft.com/office/drawing/2014/main" id="{F2AADC8A-9FD3-3041-D590-3086E2532FD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032A4-1EF2-9D3E-886E-1243E57A965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92AD0-BA5B-57A4-D879-5A50A97F848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91C249-4057-ABD0-0FC9-5731E9FC465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94133A-8432-463E-AD5F-A764766DBD6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597">
            <a:extLst>
              <a:ext uri="{FF2B5EF4-FFF2-40B4-BE49-F238E27FC236}">
                <a16:creationId xmlns:a16="http://schemas.microsoft.com/office/drawing/2014/main" id="{C6C691AF-8C16-1465-F9E1-29EEC5163FEF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A76FC-DAB7-F3A7-B239-E79C2976E01C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EFC8CE-BFDC-395B-AFB1-919ED99AC552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598">
            <a:extLst>
              <a:ext uri="{FF2B5EF4-FFF2-40B4-BE49-F238E27FC236}">
                <a16:creationId xmlns:a16="http://schemas.microsoft.com/office/drawing/2014/main" id="{F9B67EE6-CDF5-EE2E-AF1C-EC0A1DE25CCD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4E4A0-B327-8F4D-9272-9E4D8D4E81EE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778CD6-D1D6-2D6A-EEBC-6F2B52F41282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599">
            <a:extLst>
              <a:ext uri="{FF2B5EF4-FFF2-40B4-BE49-F238E27FC236}">
                <a16:creationId xmlns:a16="http://schemas.microsoft.com/office/drawing/2014/main" id="{E1B6CD53-F0E4-2384-C373-2F1FF2776289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A799E8-E7D3-F858-58BA-C326473FFF1B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5DC49-1AC7-0B15-3011-6975C4291CE1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398FB3-8025-6626-AAF8-D0B1FF078BE1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600">
            <a:extLst>
              <a:ext uri="{FF2B5EF4-FFF2-40B4-BE49-F238E27FC236}">
                <a16:creationId xmlns:a16="http://schemas.microsoft.com/office/drawing/2014/main" id="{E87C9D8A-B892-58C9-1460-44C0DB5271AE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462F87-3C74-C087-0EB7-9C9F5ABE0DE2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5253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01">
            <a:extLst>
              <a:ext uri="{FF2B5EF4-FFF2-40B4-BE49-F238E27FC236}">
                <a16:creationId xmlns:a16="http://schemas.microsoft.com/office/drawing/2014/main" id="{80BF9AD3-BB55-44B5-8E60-48C36AA505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02">
            <a:extLst>
              <a:ext uri="{FF2B5EF4-FFF2-40B4-BE49-F238E27FC236}">
                <a16:creationId xmlns:a16="http://schemas.microsoft.com/office/drawing/2014/main" id="{083AD101-EE41-3517-C953-93EC3D63FD1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F2FAB-040D-5253-0ECD-649E2BC3F7F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D6FB2-F8C3-08CD-BEE5-66277F60E61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0ABA80-8471-AA41-8D29-FEF15FDFF75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1AC089-741B-67B1-8A79-20A52A95346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603">
            <a:extLst>
              <a:ext uri="{FF2B5EF4-FFF2-40B4-BE49-F238E27FC236}">
                <a16:creationId xmlns:a16="http://schemas.microsoft.com/office/drawing/2014/main" id="{66B92CDF-3CF4-1A92-929D-0E93F06F9857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604">
            <a:extLst>
              <a:ext uri="{FF2B5EF4-FFF2-40B4-BE49-F238E27FC236}">
                <a16:creationId xmlns:a16="http://schemas.microsoft.com/office/drawing/2014/main" id="{7106B2F7-14F6-0812-838C-14DAEA5F5EDC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F85991-AB8C-373F-87FD-D701049B6B27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49D566-7516-7BDC-0D86-157917DE3586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605">
            <a:extLst>
              <a:ext uri="{FF2B5EF4-FFF2-40B4-BE49-F238E27FC236}">
                <a16:creationId xmlns:a16="http://schemas.microsoft.com/office/drawing/2014/main" id="{80FB5583-3D1D-10B1-E6B8-DF9942945229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606">
            <a:extLst>
              <a:ext uri="{FF2B5EF4-FFF2-40B4-BE49-F238E27FC236}">
                <a16:creationId xmlns:a16="http://schemas.microsoft.com/office/drawing/2014/main" id="{8C41D900-8ABB-EAC1-A796-ED30A68FFDF7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2A2AA8-63C4-484B-85DC-29A6C839A390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EDBEA6-857C-8F07-6170-B23D6BBABE1E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607">
            <a:extLst>
              <a:ext uri="{FF2B5EF4-FFF2-40B4-BE49-F238E27FC236}">
                <a16:creationId xmlns:a16="http://schemas.microsoft.com/office/drawing/2014/main" id="{50DF4E25-5F99-4944-9E24-4F3D2C74A5CF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608">
            <a:extLst>
              <a:ext uri="{FF2B5EF4-FFF2-40B4-BE49-F238E27FC236}">
                <a16:creationId xmlns:a16="http://schemas.microsoft.com/office/drawing/2014/main" id="{95264682-A2A5-00B7-AA5C-7AFF938B6ED6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6014FF-3F0B-6E6F-4DB6-BAFFCBB94C34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15A9EA-B757-A97F-1584-C6EAF99AF7B6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BF8745B-A5F2-7D6D-E042-3F9FE7C556D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73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09">
            <a:extLst>
              <a:ext uri="{FF2B5EF4-FFF2-40B4-BE49-F238E27FC236}">
                <a16:creationId xmlns:a16="http://schemas.microsoft.com/office/drawing/2014/main" id="{3D80CC54-9C4D-8940-CCB0-CE05192EAC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10">
            <a:extLst>
              <a:ext uri="{FF2B5EF4-FFF2-40B4-BE49-F238E27FC236}">
                <a16:creationId xmlns:a16="http://schemas.microsoft.com/office/drawing/2014/main" id="{B5CC148A-1CFB-8273-22F1-E09DA91D7CC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615E2-83D2-DDC5-ABAA-3F7479AD577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30466-3C37-3B15-90BD-6AA7B141938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70F453-A7C0-061F-12D1-BF4EE234BA2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1B71BE-6724-992D-AEBB-DE90F1AE1F3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611">
            <a:extLst>
              <a:ext uri="{FF2B5EF4-FFF2-40B4-BE49-F238E27FC236}">
                <a16:creationId xmlns:a16="http://schemas.microsoft.com/office/drawing/2014/main" id="{DD5F98C1-7709-83EC-FB87-55DF25E88A96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612">
            <a:extLst>
              <a:ext uri="{FF2B5EF4-FFF2-40B4-BE49-F238E27FC236}">
                <a16:creationId xmlns:a16="http://schemas.microsoft.com/office/drawing/2014/main" id="{65BBF0DF-D044-2BFD-16EC-1E80152EBF24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76ADCB-ACFE-FD3D-652E-DF2A229EEE90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F7EA4C-A583-A414-0B63-6CDE0F3733B2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613">
            <a:extLst>
              <a:ext uri="{FF2B5EF4-FFF2-40B4-BE49-F238E27FC236}">
                <a16:creationId xmlns:a16="http://schemas.microsoft.com/office/drawing/2014/main" id="{10DA1934-CBF7-DE94-4EC2-6822E8200A52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614">
            <a:extLst>
              <a:ext uri="{FF2B5EF4-FFF2-40B4-BE49-F238E27FC236}">
                <a16:creationId xmlns:a16="http://schemas.microsoft.com/office/drawing/2014/main" id="{672D55DB-9BAE-26A8-94F9-B3E4DFA70BA2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E7252F-4607-0438-74F8-FF5A1CC316B0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E8226-7DF0-7E02-6362-177CEFF4EF30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EE9AEBF-3782-42A5-FBE9-84710850F61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5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15">
            <a:extLst>
              <a:ext uri="{FF2B5EF4-FFF2-40B4-BE49-F238E27FC236}">
                <a16:creationId xmlns:a16="http://schemas.microsoft.com/office/drawing/2014/main" id="{0B29C589-7647-FB53-E88D-292080ED86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16">
            <a:extLst>
              <a:ext uri="{FF2B5EF4-FFF2-40B4-BE49-F238E27FC236}">
                <a16:creationId xmlns:a16="http://schemas.microsoft.com/office/drawing/2014/main" id="{37A475DD-8AE1-D8E3-34C3-F986CCE2FE3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E9F48-00A7-6DA1-1418-E95AF97E000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8CAEF-3936-0CC3-389C-7652021407C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863467-538E-1A68-0DD8-F7741BFA943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BC929D-D790-07D1-14DF-DF7D78B895F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BB951-4F15-8A8F-2971-520D6E275519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0CC202-289D-12FD-248E-8CF9953EE34F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617">
            <a:extLst>
              <a:ext uri="{FF2B5EF4-FFF2-40B4-BE49-F238E27FC236}">
                <a16:creationId xmlns:a16="http://schemas.microsoft.com/office/drawing/2014/main" id="{1D04D500-46EE-9E9C-BBF7-4C3E2F579F02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618">
            <a:extLst>
              <a:ext uri="{FF2B5EF4-FFF2-40B4-BE49-F238E27FC236}">
                <a16:creationId xmlns:a16="http://schemas.microsoft.com/office/drawing/2014/main" id="{70814F3D-4B24-0603-09F8-D83FF8548817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EB494C-60D7-A054-DB68-F7148760E952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619">
            <a:extLst>
              <a:ext uri="{FF2B5EF4-FFF2-40B4-BE49-F238E27FC236}">
                <a16:creationId xmlns:a16="http://schemas.microsoft.com/office/drawing/2014/main" id="{69836B61-F4C3-7DF3-C861-7DF735B6B3CF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98744A-7BDC-7321-13B7-61F092F75B15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B96E3-8D2B-F2CB-8C8F-8254A2FF3C94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620">
            <a:extLst>
              <a:ext uri="{FF2B5EF4-FFF2-40B4-BE49-F238E27FC236}">
                <a16:creationId xmlns:a16="http://schemas.microsoft.com/office/drawing/2014/main" id="{5D60DCBC-D8E7-AF06-6035-EDAC0F3680FA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2A3BDF-F9BD-4C07-1ACD-3743DA9FB580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5ABF07-0914-85C5-20EB-E1443CE65B8D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621">
            <a:extLst>
              <a:ext uri="{FF2B5EF4-FFF2-40B4-BE49-F238E27FC236}">
                <a16:creationId xmlns:a16="http://schemas.microsoft.com/office/drawing/2014/main" id="{C6B38A17-4B4C-0E49-093F-262802C5E848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1309E-CC73-5447-D8A9-DF833B3C19BE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7DE08F-588D-60EF-595D-1460708550B7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D247A8-BA27-6A40-1428-9CE3B5925692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46617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22">
            <a:extLst>
              <a:ext uri="{FF2B5EF4-FFF2-40B4-BE49-F238E27FC236}">
                <a16:creationId xmlns:a16="http://schemas.microsoft.com/office/drawing/2014/main" id="{C4B7F8EF-9F79-689D-8A0B-2238FC588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23">
            <a:extLst>
              <a:ext uri="{FF2B5EF4-FFF2-40B4-BE49-F238E27FC236}">
                <a16:creationId xmlns:a16="http://schemas.microsoft.com/office/drawing/2014/main" id="{383C91CD-DDBE-F714-D164-B75D353F5FE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DE63C-7987-E150-4010-5038E3E9340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4341B-561C-C3D4-E98D-26DD6A3872C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D61D3-AAC9-5ED4-7E1E-5F76FC8FB9E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739760-3615-7E84-8018-CCBCAE0B9E0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624">
            <a:extLst>
              <a:ext uri="{FF2B5EF4-FFF2-40B4-BE49-F238E27FC236}">
                <a16:creationId xmlns:a16="http://schemas.microsoft.com/office/drawing/2014/main" id="{5AF5D4D4-E03A-40EC-487A-CED1D72D0D8D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625">
            <a:extLst>
              <a:ext uri="{FF2B5EF4-FFF2-40B4-BE49-F238E27FC236}">
                <a16:creationId xmlns:a16="http://schemas.microsoft.com/office/drawing/2014/main" id="{C6CCDCC2-4259-5085-C3C6-08A91F2A0938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E9E19-5F53-95F2-69C2-14229F5830D7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E98F0E-D275-44FE-1E6C-DA7946D9C0FB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626">
            <a:extLst>
              <a:ext uri="{FF2B5EF4-FFF2-40B4-BE49-F238E27FC236}">
                <a16:creationId xmlns:a16="http://schemas.microsoft.com/office/drawing/2014/main" id="{6FD333D5-C895-3242-AA0C-9FBEC8A6CAC3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627">
            <a:extLst>
              <a:ext uri="{FF2B5EF4-FFF2-40B4-BE49-F238E27FC236}">
                <a16:creationId xmlns:a16="http://schemas.microsoft.com/office/drawing/2014/main" id="{27C2FC1D-17CC-E7B1-458F-B7BF2A026085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E3C902-2FC2-157B-7A8A-A6AD8381ACEC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27A30-EE2F-0F06-144C-75242934A9FD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628">
            <a:extLst>
              <a:ext uri="{FF2B5EF4-FFF2-40B4-BE49-F238E27FC236}">
                <a16:creationId xmlns:a16="http://schemas.microsoft.com/office/drawing/2014/main" id="{314747E4-3773-6645-E541-529053E8865B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629">
            <a:extLst>
              <a:ext uri="{FF2B5EF4-FFF2-40B4-BE49-F238E27FC236}">
                <a16:creationId xmlns:a16="http://schemas.microsoft.com/office/drawing/2014/main" id="{1E2C489E-F184-5D3E-3791-F3D2677A07C2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D0914-1CAA-2C07-7674-C33EE120E815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6EF648-0527-6ECE-B952-5661C18B0AD1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FDFDA-C04B-BA62-34D3-CD42AF811AA8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F7EC50-C727-610E-C92B-7DB9373E6520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1C6BF-3CD7-E233-A038-83D1010A180A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5C237D-149C-D37B-3A15-C3351FF73686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3C1854-F657-8BD4-B545-14D14069E1EC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9E43C-9758-C8D6-EDD3-4FFB88D404B6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אין להסתמך על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⁦commit message⁩ </a:t>
            </a:r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בהערכת הבנת קוד.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0868F1-B9B8-694C-22DD-14936D4B2A9A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8866AD-075B-0C4B-BDFC-CCC3F1905840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9898A1-2B14-DBDC-B4E5-DD7CCFE8F222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88895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30">
            <a:extLst>
              <a:ext uri="{FF2B5EF4-FFF2-40B4-BE49-F238E27FC236}">
                <a16:creationId xmlns:a16="http://schemas.microsoft.com/office/drawing/2014/main" id="{4B0FFA6D-F42F-26D7-E324-F2D82E48C0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31">
            <a:extLst>
              <a:ext uri="{FF2B5EF4-FFF2-40B4-BE49-F238E27FC236}">
                <a16:creationId xmlns:a16="http://schemas.microsoft.com/office/drawing/2014/main" id="{53CCC697-B9B9-F474-DD6E-E65EAF19C58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650C2-34F8-C1B2-6085-2675847BD45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573EB-E2E5-8EC1-49BD-F8AF78FD45A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1077E7-B79F-9698-7CD6-D6717A02DB3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F8A42B-855E-A6AB-2FDA-DEE3AA6ED70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4CF77B-25CF-2F56-9372-DE767B777B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AEFDF9-4770-AF16-3205-19B162FFF5A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9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32">
            <a:extLst>
              <a:ext uri="{FF2B5EF4-FFF2-40B4-BE49-F238E27FC236}">
                <a16:creationId xmlns:a16="http://schemas.microsoft.com/office/drawing/2014/main" id="{45AAA637-098C-9845-1D2D-AD28D3B501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33">
            <a:extLst>
              <a:ext uri="{FF2B5EF4-FFF2-40B4-BE49-F238E27FC236}">
                <a16:creationId xmlns:a16="http://schemas.microsoft.com/office/drawing/2014/main" id="{75DA6BE1-06D1-1167-DE28-2D710900A99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8C6C1-46E4-8B09-703F-1EBA0D577DE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E7A59-7D61-AA22-FF99-1713AC06457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FB2378-7E96-11CB-7C7D-4BB7F71A951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799812-AB0C-27F1-389E-EEE4F93574F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B9EFC7-6336-3473-9B25-E8474A3EA05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6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634">
            <a:extLst>
              <a:ext uri="{FF2B5EF4-FFF2-40B4-BE49-F238E27FC236}">
                <a16:creationId xmlns:a16="http://schemas.microsoft.com/office/drawing/2014/main" id="{E29FB93E-3912-4D73-35AD-D10166AB1A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635">
            <a:extLst>
              <a:ext uri="{FF2B5EF4-FFF2-40B4-BE49-F238E27FC236}">
                <a16:creationId xmlns:a16="http://schemas.microsoft.com/office/drawing/2014/main" id="{6D7501A5-62EF-37C5-C8C6-50960901F08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688E1-5BF3-EDAA-957A-C4BF554E88E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EC599-B67A-3D92-B818-7CAD51D96D7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8291F1-4386-E2A7-61E0-81E37A6782D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525878-3E22-ACE5-ABC4-53B9C3CA866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A6666-3C74-5F98-8366-FFE0E7DFDFC7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0BB3D3-C0A0-8A78-99D6-EDAAA6A2ADA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D01DAA-4AE6-553D-93AF-FC07AE383A5B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000852-19D5-88E2-D9C5-A5E7BBD3DEE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750467-DDC6-B5EC-B089-D54846E09CAA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5768F4-8B40-FEF9-8755-E5C0A8AF47D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636">
            <a:extLst>
              <a:ext uri="{FF2B5EF4-FFF2-40B4-BE49-F238E27FC236}">
                <a16:creationId xmlns:a16="http://schemas.microsoft.com/office/drawing/2014/main" id="{82B0882B-17F8-915C-4DC9-0E9C256940CF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43A75A-03F5-C809-5357-266A88B82EE5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88CCCA-7058-9EC8-3C0A-3C4CE6A4B86E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2799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1934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2026-10-07T17:33:17Z</dcterms:created>
  <dcterms:modified xsi:type="dcterms:W3CDTF">2026-10-07T17:33:33Z</dcterms:modified>
</cp:coreProperties>
</file>