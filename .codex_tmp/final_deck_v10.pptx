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D89FD-F907-6745-AA9F-4994CB75168F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B9304-926A-104D-AA6D-79804E28D4C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648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6074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7625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7586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42147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0354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1278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3817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6522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0721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6115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6406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9020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0086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2013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2242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2456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B9304-926A-104D-AA6D-79804E28D4CF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415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6DEE3-B77E-38A4-B6BF-89BEA24D6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DA14E-6EA7-DCCD-B1A6-47FB26F40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FE3F0-4030-0403-E41F-0D7966A1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A7DE3-13D3-C91F-BCD5-C91D66C8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ABBE0-75C5-7601-AF62-D49E8F4B7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749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CEADA-F30B-B5FB-00EE-0A88BF38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189A-00FE-EBA8-4132-185E3E95D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17053-D99F-E855-C85A-3C979C3C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34A87-734D-938E-E7CD-75B6150C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40A50-B515-9B36-674C-4444A1D9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342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32B0-915C-EE54-F20F-AD99B82F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E6009-2EAF-C59D-B591-8C50D9EA4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F50C5-5B6F-F94F-BED5-9BD7FEB5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B1B7B-60F3-B1FF-63E3-A109FADF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3AB62-34A1-33FE-5AFE-7A942CEE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835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8576-B67A-14C1-EF4B-1E74437A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3E6EF-58F3-9F52-2ACC-63D2F2DE0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E0164-7EC2-AFDA-4080-773BA2F87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306E4-1260-F8C3-4A8B-185A1E5B6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3D245-956B-B0E6-F2B4-FCCDB520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CD002-3A1B-DECC-1A59-C0BC6096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468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1045-7957-7D9F-0B2E-8CFB8959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97E83-212C-5B4F-E9C0-BBFEF7AB8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0E9D5-6331-3A36-FB0A-51B105D52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D381E-D115-D963-38DF-369A476F2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2C8F8-007F-EE90-A711-B6C7B37C0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B3A0E-386C-03CB-CE83-8315202A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01397-3100-31A5-6B83-861A57F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7BBBC-CBAD-4D3B-D213-427E7CB4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033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599E-B8DF-BF1D-5ECD-26B315D2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D6D5F-19B9-B5BD-D081-DD93FD8A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54A3D-C945-B527-4111-14000EAE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D448C-2303-C0C0-4E73-A3F1CEB0D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812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A793F-6C51-6BCC-2B4D-CDB34FFD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1BA99-48C1-F1BD-9ACA-57B573B9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6318E-D7B3-15DE-C8DB-3F849297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329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6F2D-E3B4-BA8E-287C-AA898EA1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46989-122C-2BD0-D1F1-A4CA9751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3FB40-FB50-2626-6E2C-66053E371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D580D-F0F9-425A-94D3-CA9D3F30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B7E6-7E27-62AC-05F2-F0BF7086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05482-44B2-54FA-CB36-8A52066D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254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8F2F-9D46-3A65-C8B8-B60ED4B1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B0733-402C-B651-CF31-C399BE96752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FDE59-3325-15F3-3B48-2D3FC654C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D4925-E5AC-ADB3-CAD9-A653F6CF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92547-A934-02E0-AF9C-6022B7F7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E2890-710D-C243-2AEF-F2BF197B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173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EB92-EDDC-5BDE-317E-3FBE1606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AA55A-5F7E-C10A-23C5-A68BF80F7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32B1A-364B-8855-D299-08CD4E7C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3017F-947A-EAA9-EBA3-2E2FD790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4CE79-1AD3-9C9B-3395-C151D0A7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374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A655F-C4C9-5D3F-D5E2-1E94D2D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B76DF-25D5-42A2-BDB0-F551B5473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D16CB-C03D-3D3D-4620-5DD73980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EA2F6-CEAB-6621-D8BD-7D23F0E0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5031-1F4C-E115-22A1-3A768B75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860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F5F11-7ADE-5E49-7F33-AD4B31FE7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53A73-0D93-82B0-5A11-60BABE2D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FBD58-2A97-2E1B-4289-0CFA1F302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01035-0941-BF4A-8220-ED2DB66E2DCA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48372-8943-2968-7C85-71F5085D1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72AE8-EB78-685C-03E7-A3A8B4DB4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41DB8-1FE6-6C41-B855-67CE8CDE7B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922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55">
            <a:extLst>
              <a:ext uri="{FF2B5EF4-FFF2-40B4-BE49-F238E27FC236}">
                <a16:creationId xmlns:a16="http://schemas.microsoft.com/office/drawing/2014/main" id="{60C6F191-4FC7-1F1F-9FF4-B4734FE37CF2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5CA51-5A95-0FDB-610E-C7713511E0F3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7F625-4542-B2BC-EBEA-FF2C4A769A8A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FD97A-8394-8D34-C7BB-7C9E7E816E24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18C5AF-0002-AB43-2F4C-E028B3577943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45B677-3BB0-EBEE-963C-86DB4F961A62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AC096-08EA-496D-C5F6-9455030B6DFF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397F6-A6BD-D5AA-975F-3496E6115CFD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077B1-3623-EBD9-A73A-5129F3F626FD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7287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56">
            <a:extLst>
              <a:ext uri="{FF2B5EF4-FFF2-40B4-BE49-F238E27FC236}">
                <a16:creationId xmlns:a16="http://schemas.microsoft.com/office/drawing/2014/main" id="{6B169395-3A53-5E27-6AF0-68119AD215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57">
            <a:extLst>
              <a:ext uri="{FF2B5EF4-FFF2-40B4-BE49-F238E27FC236}">
                <a16:creationId xmlns:a16="http://schemas.microsoft.com/office/drawing/2014/main" id="{9440226C-4AB6-CE2A-8BF4-4F7FC04DB44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B6EAB-9A2B-5D5E-8697-5B8A65A550D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B0FF4-CE2B-D637-1DE1-A7D2DBD0859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562865-A154-B51C-6EA4-B7FA49F4D02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B00EA1-7FAB-986B-957E-0B2749CC586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458">
            <a:extLst>
              <a:ext uri="{FF2B5EF4-FFF2-40B4-BE49-F238E27FC236}">
                <a16:creationId xmlns:a16="http://schemas.microsoft.com/office/drawing/2014/main" id="{6FAB70A8-D4E4-7137-BB36-0A98A749C8FA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3C052-BA3C-60DA-9EE4-D45104DE8217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459">
            <a:extLst>
              <a:ext uri="{FF2B5EF4-FFF2-40B4-BE49-F238E27FC236}">
                <a16:creationId xmlns:a16="http://schemas.microsoft.com/office/drawing/2014/main" id="{C89A03F9-40D4-217D-1C88-D1FEDAE66698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C5D090-E1D3-ABC0-F46C-6B3BA5E05922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75056-0343-2E16-83BC-300D8FF6263C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F498AD-1E3D-5F6A-7027-0DF00DD8106D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985333-8AC9-A5D5-5723-3CC1B9B3A4EF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FE9CF53-8396-3DD0-8CB3-2A5974813743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5D0E2-57B5-B289-B3A0-D05BDDD25C67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 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Code Review 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602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60">
            <a:extLst>
              <a:ext uri="{FF2B5EF4-FFF2-40B4-BE49-F238E27FC236}">
                <a16:creationId xmlns:a16="http://schemas.microsoft.com/office/drawing/2014/main" id="{12C40C8A-04A6-7069-3BD4-82E10824E7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61">
            <a:extLst>
              <a:ext uri="{FF2B5EF4-FFF2-40B4-BE49-F238E27FC236}">
                <a16:creationId xmlns:a16="http://schemas.microsoft.com/office/drawing/2014/main" id="{FC69EC8B-19A9-6372-C4EA-A47CC256F1B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ED430-5027-7B9E-F632-ECDFB661942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A6F65-0E55-7780-F110-468F10353EE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0D8CC7-5DE6-A90D-961A-3558FBCCCAA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BBC4A0-7A0C-1277-B207-07F9399D657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462">
            <a:extLst>
              <a:ext uri="{FF2B5EF4-FFF2-40B4-BE49-F238E27FC236}">
                <a16:creationId xmlns:a16="http://schemas.microsoft.com/office/drawing/2014/main" id="{70CCD5CC-D7DA-A64E-D1AC-95BFBFE8AE25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C1071-C3FC-82E5-4CEA-E95D221D5F7E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D9AFE-3794-831C-E639-83F652621C0B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4126D3-CAA9-8BC7-F345-187579EFBA88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463">
            <a:extLst>
              <a:ext uri="{FF2B5EF4-FFF2-40B4-BE49-F238E27FC236}">
                <a16:creationId xmlns:a16="http://schemas.microsoft.com/office/drawing/2014/main" id="{A7F10341-7C60-6EAE-76F6-9BB3C4CE3F3E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BAAEC4-1DC1-11E1-7436-269F1EA64122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88D8C-B471-3B95-CE46-3067941606D4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73E38-2FB6-FD32-8240-7F1EF3A0D829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903CAE-3E98-F3D4-1C5C-0AF58614E4BD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FBA8DE-CD4E-C00F-E2D7-465131070795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103C53-F8FB-0A5D-697A-51E2E7059AA9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3CFD6-4055-97CE-553C-304C0B598CC0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409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64">
            <a:extLst>
              <a:ext uri="{FF2B5EF4-FFF2-40B4-BE49-F238E27FC236}">
                <a16:creationId xmlns:a16="http://schemas.microsoft.com/office/drawing/2014/main" id="{44857B5B-5DBE-1668-B0E0-DF85D36C0A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65">
            <a:extLst>
              <a:ext uri="{FF2B5EF4-FFF2-40B4-BE49-F238E27FC236}">
                <a16:creationId xmlns:a16="http://schemas.microsoft.com/office/drawing/2014/main" id="{F8339166-FE2C-A058-7021-C758DF31C70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9E91E-6B88-07B6-D1A0-E68209C1525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AD52F-41BA-DF66-3B55-C268A85D749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FCE4CB-5304-E8B7-909D-6E7EC2B4B5A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119981-5A01-991A-1108-1B7188788A7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466">
            <a:extLst>
              <a:ext uri="{FF2B5EF4-FFF2-40B4-BE49-F238E27FC236}">
                <a16:creationId xmlns:a16="http://schemas.microsoft.com/office/drawing/2014/main" id="{AA52864D-1567-8512-DB23-4F95E4DFD56E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3FFB4-894A-E72B-55D5-69450FAEE0CD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F2CB53-F39B-0D75-D809-2C64000F448D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467">
            <a:extLst>
              <a:ext uri="{FF2B5EF4-FFF2-40B4-BE49-F238E27FC236}">
                <a16:creationId xmlns:a16="http://schemas.microsoft.com/office/drawing/2014/main" id="{8B4EDDBF-A3C1-E135-9AF6-8A6ED9574563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28DEC-AB1A-7AA4-60D2-BD3809E58CF8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16341B-2892-C43A-2105-E45525A1D5D9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468">
            <a:extLst>
              <a:ext uri="{FF2B5EF4-FFF2-40B4-BE49-F238E27FC236}">
                <a16:creationId xmlns:a16="http://schemas.microsoft.com/office/drawing/2014/main" id="{79BCAEAD-3706-DD41-F7E6-764DC607CE61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ACA75-6F94-6D64-7238-0F9D681B3950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909600-9882-C292-2AE2-B1F6030FAB8A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469">
            <a:extLst>
              <a:ext uri="{FF2B5EF4-FFF2-40B4-BE49-F238E27FC236}">
                <a16:creationId xmlns:a16="http://schemas.microsoft.com/office/drawing/2014/main" id="{3C8590E0-D8E5-E2B9-470B-F3754C3EF442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D40F2-CE91-ADC3-79AB-1DF6C39B40B2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1DCC1E-A123-4078-1E3C-C0446522AAAB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470">
            <a:extLst>
              <a:ext uri="{FF2B5EF4-FFF2-40B4-BE49-F238E27FC236}">
                <a16:creationId xmlns:a16="http://schemas.microsoft.com/office/drawing/2014/main" id="{7F16569E-E462-84A4-BC35-20E8C04B3A62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000D08-5F9A-6DF7-B4CE-299630AA6BC6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7D3357-58AD-DD34-94FD-7BF5D1FBB85F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52A380-2A13-3CB9-5739-7FE6BE3CC3E6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10E31-E12B-94E3-6076-95ABAE6E4B8E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A29FDB-FF1D-BA94-328B-667BAC1A0418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438ADD-5C21-A063-CDE7-B5AE9AD48301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EB36B6-A140-1E64-7801-1C4992E58D99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471">
            <a:extLst>
              <a:ext uri="{FF2B5EF4-FFF2-40B4-BE49-F238E27FC236}">
                <a16:creationId xmlns:a16="http://schemas.microsoft.com/office/drawing/2014/main" id="{5CD53268-3588-C634-9B21-D192E38DBDE3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546B76-1726-0911-F514-340EBCB302EB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1797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72">
            <a:extLst>
              <a:ext uri="{FF2B5EF4-FFF2-40B4-BE49-F238E27FC236}">
                <a16:creationId xmlns:a16="http://schemas.microsoft.com/office/drawing/2014/main" id="{2AEAC7B1-4EF6-F66E-F295-D8CC510A5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73">
            <a:extLst>
              <a:ext uri="{FF2B5EF4-FFF2-40B4-BE49-F238E27FC236}">
                <a16:creationId xmlns:a16="http://schemas.microsoft.com/office/drawing/2014/main" id="{BE9917FB-7603-5766-8E08-D1F61D88ABD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7E86D-D268-AE0C-4D3B-3ED01581831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A89CE-ABE5-4113-EBC9-90CDC1DCF2E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5D177A-FA56-FCF5-22EB-4DA5735AD8D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35F1A1-7CC6-FD34-2E0D-07A6DE8DC04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BDD666-B198-0CF6-BACD-AC5EF11FA4A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474">
            <a:extLst>
              <a:ext uri="{FF2B5EF4-FFF2-40B4-BE49-F238E27FC236}">
                <a16:creationId xmlns:a16="http://schemas.microsoft.com/office/drawing/2014/main" id="{1FCF176D-443D-15E2-0352-9C4A8C8E2443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475">
            <a:extLst>
              <a:ext uri="{FF2B5EF4-FFF2-40B4-BE49-F238E27FC236}">
                <a16:creationId xmlns:a16="http://schemas.microsoft.com/office/drawing/2014/main" id="{521B252F-89B5-1024-0175-4E26E753DBDC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37898-9B64-A9C4-AEA3-7077C915B218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7A4C4B-C558-1FC9-C7B5-F839851550D1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476">
            <a:extLst>
              <a:ext uri="{FF2B5EF4-FFF2-40B4-BE49-F238E27FC236}">
                <a16:creationId xmlns:a16="http://schemas.microsoft.com/office/drawing/2014/main" id="{583AE5CF-5F2A-5E97-B8BD-AC1F7F4F564A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477">
            <a:extLst>
              <a:ext uri="{FF2B5EF4-FFF2-40B4-BE49-F238E27FC236}">
                <a16:creationId xmlns:a16="http://schemas.microsoft.com/office/drawing/2014/main" id="{B363C8C8-4BD0-2AEF-112B-D715051D8758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4731EB-4ADA-F0AC-894E-78CD75948BCA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85C224-D01A-3F99-863B-0EDD1F7F4111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478">
            <a:extLst>
              <a:ext uri="{FF2B5EF4-FFF2-40B4-BE49-F238E27FC236}">
                <a16:creationId xmlns:a16="http://schemas.microsoft.com/office/drawing/2014/main" id="{9B2F8728-2D95-7F94-FE1F-5F98974850E2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479">
            <a:extLst>
              <a:ext uri="{FF2B5EF4-FFF2-40B4-BE49-F238E27FC236}">
                <a16:creationId xmlns:a16="http://schemas.microsoft.com/office/drawing/2014/main" id="{B6E76D0F-20EE-7043-4357-A3D0FA9B0621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1EC39E-86D8-8DC2-712E-E453D3A9549E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1E19FB-D297-D3AA-3B14-F75C083EB19C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D7405F-2FE2-5C19-F293-7AB81799FC7A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72081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80">
            <a:extLst>
              <a:ext uri="{FF2B5EF4-FFF2-40B4-BE49-F238E27FC236}">
                <a16:creationId xmlns:a16="http://schemas.microsoft.com/office/drawing/2014/main" id="{4139DB80-2F39-4D5F-C07C-963B60213E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81">
            <a:extLst>
              <a:ext uri="{FF2B5EF4-FFF2-40B4-BE49-F238E27FC236}">
                <a16:creationId xmlns:a16="http://schemas.microsoft.com/office/drawing/2014/main" id="{F32D46A5-573B-9383-D202-1B7AEB723EB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B658D-8DB2-2669-3035-3EAD0AF5D53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4DBBE-92A8-55D4-B3EE-FA51E7FE0ED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E51F1F-E55C-1710-3E49-DFA46D71065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0D7FA0-725E-BA89-1297-62FB03F1B3F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482">
            <a:extLst>
              <a:ext uri="{FF2B5EF4-FFF2-40B4-BE49-F238E27FC236}">
                <a16:creationId xmlns:a16="http://schemas.microsoft.com/office/drawing/2014/main" id="{245D2DCA-7DD6-E68A-447A-80DB87299723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8FC9A-B651-87AC-05B0-BA2AA98ADAF7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AFF0B-78D1-8E42-D7EA-1FD1515B9D86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483">
            <a:extLst>
              <a:ext uri="{FF2B5EF4-FFF2-40B4-BE49-F238E27FC236}">
                <a16:creationId xmlns:a16="http://schemas.microsoft.com/office/drawing/2014/main" id="{A0AFE396-792D-DEE6-C080-0943FCD9686B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A1436-5F95-115B-D202-1832EABBA398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4E2BB-831E-BAE1-D549-542CCDC3F418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FBE08F-EB7D-C12A-8781-699A584379BE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620A00-FD1F-54B5-7921-5FD03BC4CC9B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B0A98-8DFC-D04B-D54D-FF61BFCD72E7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5B5F59-11A0-E3BD-423B-AA62D4C808C7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84106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84">
            <a:extLst>
              <a:ext uri="{FF2B5EF4-FFF2-40B4-BE49-F238E27FC236}">
                <a16:creationId xmlns:a16="http://schemas.microsoft.com/office/drawing/2014/main" id="{3A77D3D6-7A38-E96B-BE41-2219538EF5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85">
            <a:extLst>
              <a:ext uri="{FF2B5EF4-FFF2-40B4-BE49-F238E27FC236}">
                <a16:creationId xmlns:a16="http://schemas.microsoft.com/office/drawing/2014/main" id="{ABCA142F-B6EE-B66B-D18D-2A674D24AF0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85C25-ABD0-5E26-8FAC-F6E23F3A44D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3B16D-7C50-575D-CBE1-68EE2B94629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11BBA7-4509-A97D-3754-FEEFE288F8C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E4C52B-42CA-D9D7-B137-84EC04665C5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486">
            <a:extLst>
              <a:ext uri="{FF2B5EF4-FFF2-40B4-BE49-F238E27FC236}">
                <a16:creationId xmlns:a16="http://schemas.microsoft.com/office/drawing/2014/main" id="{0571BA48-8039-01F4-2DAC-D1FBD4255959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5A59F-B4F1-AF8E-5975-DD88D0A7275F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74EB6D-51A8-09E9-ABD1-B19B772B7825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D6C87-BDFC-83F9-F301-A63291B1BAFC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487">
            <a:extLst>
              <a:ext uri="{FF2B5EF4-FFF2-40B4-BE49-F238E27FC236}">
                <a16:creationId xmlns:a16="http://schemas.microsoft.com/office/drawing/2014/main" id="{3A394C81-0E27-B7DE-B26E-C345AAF674D0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6D31C-D859-F4A2-680E-3BDF7988C7C7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9271EE-4062-EA7B-D889-C908A11D7E3F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19A337-6EC9-09A6-3151-21E6DFD976C2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488">
            <a:extLst>
              <a:ext uri="{FF2B5EF4-FFF2-40B4-BE49-F238E27FC236}">
                <a16:creationId xmlns:a16="http://schemas.microsoft.com/office/drawing/2014/main" id="{CFBF55B3-F08E-38F1-2013-F36BA3591A76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9F2C3-BE49-5E21-1E1A-D86B7C39720B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87E90D-B97D-1096-FFEA-4754EA67DDC4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DB095-949D-99D6-97E4-D37E29801E1C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489">
            <a:extLst>
              <a:ext uri="{FF2B5EF4-FFF2-40B4-BE49-F238E27FC236}">
                <a16:creationId xmlns:a16="http://schemas.microsoft.com/office/drawing/2014/main" id="{829ED556-B94C-044E-A0E2-5D2D458F303A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81100E-5F4A-54D3-212C-9293504A0B73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541A97-1239-34FB-9265-9E6159D35BA2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70CE58-2C89-CD75-5433-DDE0E4E95A48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490">
            <a:extLst>
              <a:ext uri="{FF2B5EF4-FFF2-40B4-BE49-F238E27FC236}">
                <a16:creationId xmlns:a16="http://schemas.microsoft.com/office/drawing/2014/main" id="{B0D512EC-3C0C-B14C-1A23-5F1A2C90E1D4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0AF993-9E3D-43E9-CCB1-6EDFE7553CC8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 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Multi-task head, 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3181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91">
            <a:extLst>
              <a:ext uri="{FF2B5EF4-FFF2-40B4-BE49-F238E27FC236}">
                <a16:creationId xmlns:a16="http://schemas.microsoft.com/office/drawing/2014/main" id="{D9CE4FE0-9310-69CF-9A92-53DADBCA60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492">
            <a:extLst>
              <a:ext uri="{FF2B5EF4-FFF2-40B4-BE49-F238E27FC236}">
                <a16:creationId xmlns:a16="http://schemas.microsoft.com/office/drawing/2014/main" id="{63F763F4-9AD7-6D32-07F3-896B64DB3B5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7763A-6CFB-0981-B6E1-44551E06AD7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E2E05-B2DE-ACCD-86A0-E71398104C0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67A043-DDCF-589C-1AA3-BD45B705AFC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CF4624-0209-2972-F638-B072FC55803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493">
            <a:extLst>
              <a:ext uri="{FF2B5EF4-FFF2-40B4-BE49-F238E27FC236}">
                <a16:creationId xmlns:a16="http://schemas.microsoft.com/office/drawing/2014/main" id="{0CDE3A9E-F6AD-F4ED-AEBB-EFE1FA77E247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B241DB-6F5B-AC9D-A7AB-22B534B7849D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7CC27A-6F32-546A-1FE6-0B543DEEBE2D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494">
            <a:extLst>
              <a:ext uri="{FF2B5EF4-FFF2-40B4-BE49-F238E27FC236}">
                <a16:creationId xmlns:a16="http://schemas.microsoft.com/office/drawing/2014/main" id="{71E60741-B873-3525-5238-F5057C8F65B6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C6132-CF20-E3EE-5F59-0F104E9C170A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A3C8BB-2AB3-BA3F-8EA3-93144EE3034C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495">
            <a:extLst>
              <a:ext uri="{FF2B5EF4-FFF2-40B4-BE49-F238E27FC236}">
                <a16:creationId xmlns:a16="http://schemas.microsoft.com/office/drawing/2014/main" id="{D141FF85-DE2F-AC47-3606-6EBA05A67DA1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67BA7-525B-45D1-AB1F-35B56B0567F5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8AB4EC-D1D3-ED65-F138-AB8828AFCA71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496">
            <a:extLst>
              <a:ext uri="{FF2B5EF4-FFF2-40B4-BE49-F238E27FC236}">
                <a16:creationId xmlns:a16="http://schemas.microsoft.com/office/drawing/2014/main" id="{CAC391CF-3460-9603-103B-2DCE9D6B060E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418A9-6637-5D17-910E-2550DF96D9BE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312B4B-E0EF-1A63-9ADE-8A0B87761D7B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497">
            <a:extLst>
              <a:ext uri="{FF2B5EF4-FFF2-40B4-BE49-F238E27FC236}">
                <a16:creationId xmlns:a16="http://schemas.microsoft.com/office/drawing/2014/main" id="{ECB3D74A-543D-2AD4-6B41-0DCFE462B7F1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E2CB96-6DD9-E240-F5A9-BF44D7267B90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A12980-55F6-4FAE-4F09-ACDA4B7163A6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498">
            <a:extLst>
              <a:ext uri="{FF2B5EF4-FFF2-40B4-BE49-F238E27FC236}">
                <a16:creationId xmlns:a16="http://schemas.microsoft.com/office/drawing/2014/main" id="{C6239517-E0F6-D113-C83E-F4F9E579366C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1E5D0D-8307-820C-CD1F-04860837D9BA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 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line-type embedding 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39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499">
            <a:extLst>
              <a:ext uri="{FF2B5EF4-FFF2-40B4-BE49-F238E27FC236}">
                <a16:creationId xmlns:a16="http://schemas.microsoft.com/office/drawing/2014/main" id="{5C0DCCC7-C861-90E1-FE53-3E12EDCA63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00">
            <a:extLst>
              <a:ext uri="{FF2B5EF4-FFF2-40B4-BE49-F238E27FC236}">
                <a16:creationId xmlns:a16="http://schemas.microsoft.com/office/drawing/2014/main" id="{9FCC3C03-D3D7-C398-709D-9CCCC8A3CDA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A5719-7D44-4264-6FAE-A5B6342224F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A2FDD-E183-AB00-C482-1D925255207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8ACCEB-FDD1-FBD9-75B1-0DEAC55CE1E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39E48E-35C3-C040-528C-91B87F6F05C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136446-1443-913F-155B-B6460539E29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501">
            <a:extLst>
              <a:ext uri="{FF2B5EF4-FFF2-40B4-BE49-F238E27FC236}">
                <a16:creationId xmlns:a16="http://schemas.microsoft.com/office/drawing/2014/main" id="{BF5D6C1E-470D-7ED3-2157-86EB2BFD0C4F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502">
            <a:extLst>
              <a:ext uri="{FF2B5EF4-FFF2-40B4-BE49-F238E27FC236}">
                <a16:creationId xmlns:a16="http://schemas.microsoft.com/office/drawing/2014/main" id="{1653F6EC-5935-35B3-4974-4B6F2C6C8DC5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B39A8C-FAD4-F555-BA3A-D2E1A8DA551B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FFCA6-B885-BA03-ADAC-2028E033E59D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287559-8F0D-5E94-70AA-F115C46EC822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 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 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503">
            <a:extLst>
              <a:ext uri="{FF2B5EF4-FFF2-40B4-BE49-F238E27FC236}">
                <a16:creationId xmlns:a16="http://schemas.microsoft.com/office/drawing/2014/main" id="{D912D768-DCE4-5775-85FC-D52F6ED94D56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277D1F-311F-EC9A-4410-152E779C03DF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4489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04">
            <a:extLst>
              <a:ext uri="{FF2B5EF4-FFF2-40B4-BE49-F238E27FC236}">
                <a16:creationId xmlns:a16="http://schemas.microsoft.com/office/drawing/2014/main" id="{25C41513-F2FA-3F79-50AE-0028081925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05">
            <a:extLst>
              <a:ext uri="{FF2B5EF4-FFF2-40B4-BE49-F238E27FC236}">
                <a16:creationId xmlns:a16="http://schemas.microsoft.com/office/drawing/2014/main" id="{DA1B7EAF-45D1-7E31-8A35-F4DC395C093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A7FD3-E23C-5F3A-06FB-D3BF1FA46EE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5B07D-9A72-E836-B1BF-B2A00B4CF95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C19297-27C5-DD60-D78E-08942C58E32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6B8C99-89E1-C776-D2DE-55E7B28F6F5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506">
            <a:extLst>
              <a:ext uri="{FF2B5EF4-FFF2-40B4-BE49-F238E27FC236}">
                <a16:creationId xmlns:a16="http://schemas.microsoft.com/office/drawing/2014/main" id="{5F219FAB-5266-8F6D-2DC7-CA28E5495E82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B0292-426B-13C3-CC2F-D37BD5C194B5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62EAF9-8126-CC72-026B-71D14BAD014C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507">
            <a:extLst>
              <a:ext uri="{FF2B5EF4-FFF2-40B4-BE49-F238E27FC236}">
                <a16:creationId xmlns:a16="http://schemas.microsoft.com/office/drawing/2014/main" id="{6AC3CB2F-BD94-8019-5382-B239F1AF1E5C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065D4B-EFBC-34CE-545A-05F5D478D606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B1BB44-7EED-B307-BEB2-746C83D0C7F7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508">
            <a:extLst>
              <a:ext uri="{FF2B5EF4-FFF2-40B4-BE49-F238E27FC236}">
                <a16:creationId xmlns:a16="http://schemas.microsoft.com/office/drawing/2014/main" id="{A6C89A1E-72D6-09DD-6A90-553DCDF17EE6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099C5-CFD0-71E0-8BAF-E132E8824E0D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92A4C-24F6-FB49-84A3-56379A868D04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82EDC3-EC2A-436A-DB81-CA5F0E99A792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509">
            <a:extLst>
              <a:ext uri="{FF2B5EF4-FFF2-40B4-BE49-F238E27FC236}">
                <a16:creationId xmlns:a16="http://schemas.microsoft.com/office/drawing/2014/main" id="{85A0D466-5A85-D6A9-5C40-5D8C2BB7AB70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F4B241-B291-5BC1-13AB-3177EF31AF31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125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10">
            <a:extLst>
              <a:ext uri="{FF2B5EF4-FFF2-40B4-BE49-F238E27FC236}">
                <a16:creationId xmlns:a16="http://schemas.microsoft.com/office/drawing/2014/main" id="{DEA90BF2-0AD4-A649-8BB2-D9B291730F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11">
            <a:extLst>
              <a:ext uri="{FF2B5EF4-FFF2-40B4-BE49-F238E27FC236}">
                <a16:creationId xmlns:a16="http://schemas.microsoft.com/office/drawing/2014/main" id="{6625CC81-B27B-9957-E232-F7B90A603EF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664A8-001C-A1F2-7929-345E1DAB1D6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2EC2F-DD9F-73D5-21A0-83FB38BE95C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CCF16B-C291-F8F1-333C-33F059E702C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3D1FC1-F9CD-CB3A-3618-FA9805E30F8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512">
            <a:extLst>
              <a:ext uri="{FF2B5EF4-FFF2-40B4-BE49-F238E27FC236}">
                <a16:creationId xmlns:a16="http://schemas.microsoft.com/office/drawing/2014/main" id="{8DCA9B50-7C1A-E796-0ED1-35FE650959B3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513">
            <a:extLst>
              <a:ext uri="{FF2B5EF4-FFF2-40B4-BE49-F238E27FC236}">
                <a16:creationId xmlns:a16="http://schemas.microsoft.com/office/drawing/2014/main" id="{60D569E6-E3DB-134F-A9FF-9B442B4BBDF5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E8885-7661-A5D6-29EC-2B7ACD2EB18E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96A37B-2F6C-2E11-D3D3-F82075A7523F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514">
            <a:extLst>
              <a:ext uri="{FF2B5EF4-FFF2-40B4-BE49-F238E27FC236}">
                <a16:creationId xmlns:a16="http://schemas.microsoft.com/office/drawing/2014/main" id="{F323F5D9-6C55-7F39-0AD4-00341D728D99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515">
            <a:extLst>
              <a:ext uri="{FF2B5EF4-FFF2-40B4-BE49-F238E27FC236}">
                <a16:creationId xmlns:a16="http://schemas.microsoft.com/office/drawing/2014/main" id="{F39FE55C-A41E-2BCD-1703-34C5DB21ED75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F1491-1A18-70AB-AD53-D556D753D29D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BD5E9A-536A-440C-CD33-F68EC21B56C9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516">
            <a:extLst>
              <a:ext uri="{FF2B5EF4-FFF2-40B4-BE49-F238E27FC236}">
                <a16:creationId xmlns:a16="http://schemas.microsoft.com/office/drawing/2014/main" id="{D67D412A-82E7-CC0F-D63C-15DF2D28161E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517">
            <a:extLst>
              <a:ext uri="{FF2B5EF4-FFF2-40B4-BE49-F238E27FC236}">
                <a16:creationId xmlns:a16="http://schemas.microsoft.com/office/drawing/2014/main" id="{03CE02BC-22DE-B6E8-96CF-CD765365FFB1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B22212-9428-E8AC-1FC3-77738C3F651D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70C6CC-F762-AA9B-EAF2-94178E8F1341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A4035A-D2DF-4266-3301-A7263866077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4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18">
            <a:extLst>
              <a:ext uri="{FF2B5EF4-FFF2-40B4-BE49-F238E27FC236}">
                <a16:creationId xmlns:a16="http://schemas.microsoft.com/office/drawing/2014/main" id="{15AAC91D-896D-CF5A-7EA1-B3CDA30A50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19">
            <a:extLst>
              <a:ext uri="{FF2B5EF4-FFF2-40B4-BE49-F238E27FC236}">
                <a16:creationId xmlns:a16="http://schemas.microsoft.com/office/drawing/2014/main" id="{62EE225D-6A54-57FD-4624-A1E02B4003B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82640-D6FC-C57B-416C-1B43D59F734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FBDB7-A75D-CD3C-875A-1AA69C451F3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CA305C-58AD-ED54-F336-BCFA0B3C5FA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E7C0A9-7385-8B22-296A-45D08C540D4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520">
            <a:extLst>
              <a:ext uri="{FF2B5EF4-FFF2-40B4-BE49-F238E27FC236}">
                <a16:creationId xmlns:a16="http://schemas.microsoft.com/office/drawing/2014/main" id="{BB60329C-7098-667A-740A-82B365580464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521">
            <a:extLst>
              <a:ext uri="{FF2B5EF4-FFF2-40B4-BE49-F238E27FC236}">
                <a16:creationId xmlns:a16="http://schemas.microsoft.com/office/drawing/2014/main" id="{181A05E1-AC07-608E-AE42-B71C6B9F15AF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F4961E-10D4-07E9-974A-F59D4540E742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2A883-5576-3DC9-72E8-A35D93E16D83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522">
            <a:extLst>
              <a:ext uri="{FF2B5EF4-FFF2-40B4-BE49-F238E27FC236}">
                <a16:creationId xmlns:a16="http://schemas.microsoft.com/office/drawing/2014/main" id="{530E6AFC-F063-A07D-F47F-3380B2148278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523">
            <a:extLst>
              <a:ext uri="{FF2B5EF4-FFF2-40B4-BE49-F238E27FC236}">
                <a16:creationId xmlns:a16="http://schemas.microsoft.com/office/drawing/2014/main" id="{6CE8E44F-0125-070E-FED6-FE463D5459AD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45738-D54F-3ADF-1163-70BDF836FD4A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514B53-6994-2B14-A5CF-B4505F8C8271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F81E30-4D44-DC1D-DAED-D6256BB42F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79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24">
            <a:extLst>
              <a:ext uri="{FF2B5EF4-FFF2-40B4-BE49-F238E27FC236}">
                <a16:creationId xmlns:a16="http://schemas.microsoft.com/office/drawing/2014/main" id="{DCCA9CD2-9F14-C6CE-15C3-EB2F8EA4C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25">
            <a:extLst>
              <a:ext uri="{FF2B5EF4-FFF2-40B4-BE49-F238E27FC236}">
                <a16:creationId xmlns:a16="http://schemas.microsoft.com/office/drawing/2014/main" id="{E371C5F1-3CEC-B285-7B98-11D26E04905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A478E-5B3F-1619-17DA-361ACE31E96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2B556-4739-964F-1AD8-993C93C2B10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51738D-B500-03CE-B562-9942C52C7C1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A45297-4B86-2DDD-38A8-27F7B16159A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0E5FE-59BC-08FA-84EE-78736FC38782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CDA32B-256F-6FBA-A165-835E2A31E5B7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526">
            <a:extLst>
              <a:ext uri="{FF2B5EF4-FFF2-40B4-BE49-F238E27FC236}">
                <a16:creationId xmlns:a16="http://schemas.microsoft.com/office/drawing/2014/main" id="{C53AA380-C0D5-A5C9-2C1E-3035CF9E545C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527">
            <a:extLst>
              <a:ext uri="{FF2B5EF4-FFF2-40B4-BE49-F238E27FC236}">
                <a16:creationId xmlns:a16="http://schemas.microsoft.com/office/drawing/2014/main" id="{010C63DF-5D35-4571-1144-56699B9E9596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F7AEFA-47CA-EA13-DC10-F49F3A8C75D9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528">
            <a:extLst>
              <a:ext uri="{FF2B5EF4-FFF2-40B4-BE49-F238E27FC236}">
                <a16:creationId xmlns:a16="http://schemas.microsoft.com/office/drawing/2014/main" id="{D67D5C50-ECFD-A2B2-FA2B-9AA213EE40DC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E6AB9D-3162-1EF9-A02E-FD1989D6FCCB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0A0A3-8DF7-1348-A1AA-40A01A84B879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529">
            <a:extLst>
              <a:ext uri="{FF2B5EF4-FFF2-40B4-BE49-F238E27FC236}">
                <a16:creationId xmlns:a16="http://schemas.microsoft.com/office/drawing/2014/main" id="{31341AE6-8FDF-D993-034F-19A33A0BA8B5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73407-B3D5-8A78-0BC7-46D5149BC25F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1BC68-442B-BF23-AE95-C16C5FA57F3D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530">
            <a:extLst>
              <a:ext uri="{FF2B5EF4-FFF2-40B4-BE49-F238E27FC236}">
                <a16:creationId xmlns:a16="http://schemas.microsoft.com/office/drawing/2014/main" id="{5E26B62F-2DFF-B063-DE9C-7FFBEC7272DE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9CF03-8669-FE87-899F-59C7DF14FD27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58AF2-5898-EB8C-69FB-E32A98233B1C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07D91-B3A7-2888-5EB9-9BCBB375E302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788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31">
            <a:extLst>
              <a:ext uri="{FF2B5EF4-FFF2-40B4-BE49-F238E27FC236}">
                <a16:creationId xmlns:a16="http://schemas.microsoft.com/office/drawing/2014/main" id="{642C71F0-148B-AA96-D336-341FCD7B77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32">
            <a:extLst>
              <a:ext uri="{FF2B5EF4-FFF2-40B4-BE49-F238E27FC236}">
                <a16:creationId xmlns:a16="http://schemas.microsoft.com/office/drawing/2014/main" id="{19786CDF-2082-33DA-855B-B73D4C962CF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2D0A1-DDB4-1DFF-F244-32EB8AD0E7F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98FAD-D6BC-ED74-D0FF-804A3DB7109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F0F476-8402-2224-2E95-C29B196D0E8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85B685-B94D-ED09-B7CB-40F9265765F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533">
            <a:extLst>
              <a:ext uri="{FF2B5EF4-FFF2-40B4-BE49-F238E27FC236}">
                <a16:creationId xmlns:a16="http://schemas.microsoft.com/office/drawing/2014/main" id="{276A1C01-4A96-F9AB-CD7D-33AC5533D61A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534">
            <a:extLst>
              <a:ext uri="{FF2B5EF4-FFF2-40B4-BE49-F238E27FC236}">
                <a16:creationId xmlns:a16="http://schemas.microsoft.com/office/drawing/2014/main" id="{F4F6C2F0-1F43-6D11-4697-4B77E9F5ADAC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0B4DE-1565-1927-EE07-A725A5AD4863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D32D9-7005-DF9E-C589-513C714F9BB0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535">
            <a:extLst>
              <a:ext uri="{FF2B5EF4-FFF2-40B4-BE49-F238E27FC236}">
                <a16:creationId xmlns:a16="http://schemas.microsoft.com/office/drawing/2014/main" id="{62E8E4E9-A498-2017-7477-A2C96230572B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536">
            <a:extLst>
              <a:ext uri="{FF2B5EF4-FFF2-40B4-BE49-F238E27FC236}">
                <a16:creationId xmlns:a16="http://schemas.microsoft.com/office/drawing/2014/main" id="{96E085D9-A0CF-BB09-B010-5B1280B75044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898C7B-9D24-15E7-F135-A46C4B362A22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1E954-8DBD-B2C4-280C-AF53F2793746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537">
            <a:extLst>
              <a:ext uri="{FF2B5EF4-FFF2-40B4-BE49-F238E27FC236}">
                <a16:creationId xmlns:a16="http://schemas.microsoft.com/office/drawing/2014/main" id="{7F6E674C-D0F2-BF8B-7B08-62923D48C0CB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538">
            <a:extLst>
              <a:ext uri="{FF2B5EF4-FFF2-40B4-BE49-F238E27FC236}">
                <a16:creationId xmlns:a16="http://schemas.microsoft.com/office/drawing/2014/main" id="{1D124038-4319-8CB4-66E0-5826B16F3DCA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239D7-4B58-BAE2-D420-55DE080F4305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7963E-D45E-D1DD-AA60-B7C546E6FDEE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B514AF-1DBC-35EC-AA38-C5895B28CBC3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CBD037-0317-7EC7-8280-576CD95301FB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FD00AE-F018-1E60-1B6B-DC35A81B55F3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6A0CC1-2A22-2C71-20F2-33440083E3D0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D8A5D6-7658-D51B-CEFB-B317FE6B4C14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7FD647-67D3-FD6F-F2A3-50CCDF4D9D22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הערכת הבנת קוד אינה יכולה להסתמך על 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 message.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114BF6-E825-183A-AF0C-971B0F07862B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A7D80B2-8466-FAA3-8A6B-3372608F6590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5564B-7180-9606-6999-5492B2101FE8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497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39">
            <a:extLst>
              <a:ext uri="{FF2B5EF4-FFF2-40B4-BE49-F238E27FC236}">
                <a16:creationId xmlns:a16="http://schemas.microsoft.com/office/drawing/2014/main" id="{AF09A66B-4D28-A106-D1A7-33A76B3456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40">
            <a:extLst>
              <a:ext uri="{FF2B5EF4-FFF2-40B4-BE49-F238E27FC236}">
                <a16:creationId xmlns:a16="http://schemas.microsoft.com/office/drawing/2014/main" id="{B7EC86D1-12C3-E779-6955-8E66C2F3ED4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4B550-EA11-8D2E-AA03-9BC7629FC82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DDB2A-0A7A-9C7C-174A-5BADC317AFC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F2F15-B353-DF14-593B-782C8F040D6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3C5B65-06AC-7356-5BA6-F7E75CD5496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65A045-8B84-022B-28E0-54B576996BF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1C58F1-33CA-C826-5C31-256E7F535BE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6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41">
            <a:extLst>
              <a:ext uri="{FF2B5EF4-FFF2-40B4-BE49-F238E27FC236}">
                <a16:creationId xmlns:a16="http://schemas.microsoft.com/office/drawing/2014/main" id="{87231936-E4C9-49DA-BF3D-131FDCDE6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42">
            <a:extLst>
              <a:ext uri="{FF2B5EF4-FFF2-40B4-BE49-F238E27FC236}">
                <a16:creationId xmlns:a16="http://schemas.microsoft.com/office/drawing/2014/main" id="{D5BC78F9-542A-22D6-EC8B-0D170FED709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EECD6-4EF8-EACC-82E6-361A0DFE40A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3696B-7B8D-01F4-EDCC-378832AAC6C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7D021C-5474-3734-A488-2E1AF75ECC6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9B3FB58-12A2-8F3D-7818-B02735BE17A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04A4D7-7184-22F8-A240-69B67DD81D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4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543">
            <a:extLst>
              <a:ext uri="{FF2B5EF4-FFF2-40B4-BE49-F238E27FC236}">
                <a16:creationId xmlns:a16="http://schemas.microsoft.com/office/drawing/2014/main" id="{DEF61163-E733-BB48-7363-7B184D4F3A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544">
            <a:extLst>
              <a:ext uri="{FF2B5EF4-FFF2-40B4-BE49-F238E27FC236}">
                <a16:creationId xmlns:a16="http://schemas.microsoft.com/office/drawing/2014/main" id="{1EF0D79E-D265-1CC1-DEE6-20397396649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48D17-E84D-9854-409A-4E97826DE02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439FB-B75A-C406-AE5C-80E480E3180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07236D-A556-BD43-4DC8-0576EB83BE2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D3E3E5-604C-8369-A3FE-A0BE91D9262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68F96-7432-315C-A1F2-D6763724BB8C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25613B-8CC8-C361-ABB6-668153287D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BD7F16-78F1-9ED7-881E-075BF2A11E57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136D24-A830-A2FA-CA01-75AB1A10C10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70FC8E-5ABD-D642-98BE-FF648C80F3F5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B13BE8-A1F2-3BA0-A61F-9738A6A376E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545">
            <a:extLst>
              <a:ext uri="{FF2B5EF4-FFF2-40B4-BE49-F238E27FC236}">
                <a16:creationId xmlns:a16="http://schemas.microsoft.com/office/drawing/2014/main" id="{71404A87-EDDD-B9FA-C60C-9C0BA2727090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67228-2B41-BD03-1226-2E01CF7FD2CD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AB5C5-1093-69B1-0154-9C51F2E9E8F6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4344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1925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2026-10-07T17:31:49Z</dcterms:created>
  <dcterms:modified xsi:type="dcterms:W3CDTF">2026-10-07T17:32:05Z</dcterms:modified>
</cp:coreProperties>
</file>