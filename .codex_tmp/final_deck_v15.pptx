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B8889-C064-AE4F-8027-A06968A5219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4E345-3616-0240-90CB-869C1EF2240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014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7496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5902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1971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216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094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2569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9547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4716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8603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4920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7136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4507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9445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8020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3074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4E345-3616-0240-90CB-869C1EF22402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7679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9141-CEB2-804F-363C-8D2BCEBE1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3A332-880D-4B83-343C-131F042A3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F456E-0FC0-FA37-2F3B-DF397B70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39DC9-5E1F-7A09-C960-EF3CB82F7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4C153-C9DA-A8FA-B172-19929C472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279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BBB8-089A-3993-5283-91C90AC53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F2D57-9F2F-6EA8-B206-050F371AC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12E11-5159-E1C9-DF39-A5181FC2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8595B-BCA0-1C16-A4E8-5301D426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FA487-CD80-E133-5A8B-A97A3EB62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170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6A56-6DF2-4E74-D3A8-23B42583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3C689-3327-D3B8-0AFD-4C9F7F2A9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4C989-FE08-326F-0831-6A003D53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26F9A-5F81-5FC1-2425-3A921F2A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E51AE-1E96-0955-A451-378A806B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96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52-CF6C-9D86-2F59-75E58369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13286-4CDF-289F-C3EB-33102578C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61A8A7-0559-EBDD-BE4B-C9F495C9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6B077-E5B4-C040-9C3E-F8E616A0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3D46F-22F9-B2EF-1A56-AA6AF6D5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D3175-89F5-622D-7587-FEA06AE0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15595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A6C71-3852-380E-BF4F-E66BCE03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A7986-B3CB-1C4B-BDDA-823C91C97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5F017-DD98-6317-84FD-1A8D121EE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70508-0E59-3120-6617-0058B78AE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4C98A-55F6-02DB-2075-62B7A0D3F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15E710-06A9-A029-A06E-7A966254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1F72A-A4E7-EF8D-E54E-D8C4A5EF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0556AB-6ED6-2DF3-06BE-BB46DC3E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58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A3F72-FF52-E129-0A9C-E21B5DCCC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F4E4E-DF89-0CC6-55A4-AF7262F2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E921A-49A3-AA1D-EEE8-4C2191762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A3A89-73EB-2602-B4AB-2240FD4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74658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4E943-F1D7-4EA8-E09B-856289C5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564598-47D8-F966-3C1D-A371C58B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C8986-5AFF-9C1F-5FF1-AE84F24F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231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6691-3881-C66C-13B3-4B0EEB6D9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D0A11-264A-E7F8-E142-69776E0B8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85FC7-2D50-4C2F-CFCA-52504C5AD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DD29C-37B0-20BC-69F8-02DEEF15F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FA90A-8739-5073-4504-48447764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8CBB8-61E6-3E2A-C9B4-D1210C0C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923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DD20-7BC4-1351-EF4B-C0BB8B78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28C93-C85B-318A-CACE-545F472987C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DACDC-533B-344E-E4A8-5523EFCD4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4668B-A759-7A27-847F-9BD1869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43FA1-FA47-DF04-4B3C-2A7C9239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16064-DBC4-5FF4-27FC-837D96CE8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659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61B92-C58C-670F-4829-D39BA209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A99C5-A617-AEA2-0DC0-70AE1670A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7D9CB-3139-3C05-9F91-1E24952B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C20CE-5D70-2E1E-5F7E-E7B92C29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FEA52-C70D-DCD9-C647-0228BB5A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730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7CFB8A-68A6-CD15-A442-5DEFABBE0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58818-7370-08B8-BF9C-ED6D8A5EE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2A338-ACE7-AC7B-7F1B-CC40BB13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765B-622E-F9D8-5E20-0DCF1202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5B13-E0ED-2C77-59B0-3FCECC89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7418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C3AACE-667D-162F-B0AF-6612245B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F64EC-4FF6-5527-9AFD-79078C8A2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E50CF-E404-ABFC-D02F-A020DFF27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91ACD-3632-1D4C-9BF7-277CFC04CD9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F5968-BF50-470D-0111-CA72EB516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E1AD8-0C6E-77B9-C5CF-9515ADCB2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1AEC1-6B4A-7142-B815-DC57FE1D4D1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3000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10">
            <a:extLst>
              <a:ext uri="{FF2B5EF4-FFF2-40B4-BE49-F238E27FC236}">
                <a16:creationId xmlns:a16="http://schemas.microsoft.com/office/drawing/2014/main" id="{F0298C0E-E32B-718C-45B1-E0C54C621744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980B2-5B52-1229-BBD6-C0C503BA07D1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4A7F4-15D2-E935-0BAE-F2547FEAB5CC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0AE5E-42F6-9CC9-6B1F-719C034C9841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5FBB3B-A791-CA10-95C2-BD00E885B8BE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E4FF22-4A70-D624-5ACB-34F044ACB1D0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ונועה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44B94E-1CFB-F397-EAAC-9D9DE15F2152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32EDB5-5C8D-C4AD-8CF1-C96DD9F3623F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1C765-11AF-649F-CEE0-09EEDE331496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07667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11">
            <a:extLst>
              <a:ext uri="{FF2B5EF4-FFF2-40B4-BE49-F238E27FC236}">
                <a16:creationId xmlns:a16="http://schemas.microsoft.com/office/drawing/2014/main" id="{6FADC61E-0284-AD39-D7D0-43CCCF8A14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12">
            <a:extLst>
              <a:ext uri="{FF2B5EF4-FFF2-40B4-BE49-F238E27FC236}">
                <a16:creationId xmlns:a16="http://schemas.microsoft.com/office/drawing/2014/main" id="{75BF1155-7491-9372-D82C-63DA8989BA6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45195-50C4-36A6-EFB3-A5EDA06BCC1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70EAF-5F03-0E8E-02AB-CFE8AA8BEF4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9EE6F9-055F-C53C-9AE0-D8C9EB2DE0B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4ADDFA-22F1-856A-A785-B4034BD7814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913">
            <a:extLst>
              <a:ext uri="{FF2B5EF4-FFF2-40B4-BE49-F238E27FC236}">
                <a16:creationId xmlns:a16="http://schemas.microsoft.com/office/drawing/2014/main" id="{EB382653-F1BA-45D6-2D7B-72EB16503F4D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154CB-73A3-5272-CE2F-E3A51381C47F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914">
            <a:extLst>
              <a:ext uri="{FF2B5EF4-FFF2-40B4-BE49-F238E27FC236}">
                <a16:creationId xmlns:a16="http://schemas.microsoft.com/office/drawing/2014/main" id="{BC2447B1-0F18-9B7F-91FA-06D336C0D7B8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024C56-6738-27D1-924A-72B0A85A97CB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A98C12-627B-FECA-0D84-644345A6E438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A4EE8-134F-EBC9-FB18-2BCEE6DB7113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3F8EC8-28D2-2230-B7E7-1688A703A2F0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DC2CDF-03D4-0B6A-2D95-460E5608883C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A4AA87-133E-4ED0-6A16-F586BE0CF91C}"/>
              </a:ext>
            </a:extLst>
          </p:cNvPr>
          <p:cNvSpPr txBox="1"/>
          <p:nvPr/>
        </p:nvSpPr>
        <p:spPr>
          <a:xfrm>
            <a:off x="7429500" y="4999042"/>
            <a:ext cx="4064000" cy="85664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⁦Code Review⁩ 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4755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15">
            <a:extLst>
              <a:ext uri="{FF2B5EF4-FFF2-40B4-BE49-F238E27FC236}">
                <a16:creationId xmlns:a16="http://schemas.microsoft.com/office/drawing/2014/main" id="{D1EFD09B-9DD9-D23B-1C06-B4632958CF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16">
            <a:extLst>
              <a:ext uri="{FF2B5EF4-FFF2-40B4-BE49-F238E27FC236}">
                <a16:creationId xmlns:a16="http://schemas.microsoft.com/office/drawing/2014/main" id="{B5AF77E9-17B1-D107-6042-5AC5719B021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83C83-440A-7B74-D8D5-CDA8A26A101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6D47E-68C3-6E6F-EEE1-3E5673BD3EB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C19A52-81DC-3A83-4330-A69C2FA7BD2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1259A4-9252-5E0E-559F-66CD5179A608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917">
            <a:extLst>
              <a:ext uri="{FF2B5EF4-FFF2-40B4-BE49-F238E27FC236}">
                <a16:creationId xmlns:a16="http://schemas.microsoft.com/office/drawing/2014/main" id="{324D2942-CEB5-05DE-44C4-42DB791AC49D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C118E-1954-B5C3-1E52-925CA660F78A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E49D31-AFE0-320F-C613-2CDA6AFBAA8B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5DE2BF-7D1D-A699-51EB-2D1DA8E4F86A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918">
            <a:extLst>
              <a:ext uri="{FF2B5EF4-FFF2-40B4-BE49-F238E27FC236}">
                <a16:creationId xmlns:a16="http://schemas.microsoft.com/office/drawing/2014/main" id="{FF48F356-D78F-B24D-DCE0-4ECA0F0CC3A4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42D09-B9E0-EA7D-40D0-522735DC0D98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24BEC7-A68D-B53B-406A-908117402CF7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70AAE-D5A7-D3C8-F71D-4AB65FC43510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EB24D1-A90A-CAC5-08D1-CB284735D3AB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6380EE-2498-5DCA-C963-1C24E8BBF1F1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61756C-C7AC-DEC9-BF0B-E1611F1DFFB0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8354D4-97D4-9685-9FFE-2A71F6EA414B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9997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19">
            <a:extLst>
              <a:ext uri="{FF2B5EF4-FFF2-40B4-BE49-F238E27FC236}">
                <a16:creationId xmlns:a16="http://schemas.microsoft.com/office/drawing/2014/main" id="{E77A8325-053B-2C00-C6ED-67D376780C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20">
            <a:extLst>
              <a:ext uri="{FF2B5EF4-FFF2-40B4-BE49-F238E27FC236}">
                <a16:creationId xmlns:a16="http://schemas.microsoft.com/office/drawing/2014/main" id="{0D284474-921D-7BA9-780D-46E2C1D6E09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BDF1E-D495-F297-9E6F-AE1A814FD17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1CE425-95B5-B43B-2975-BEF9884005D6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75E9E-2500-E3D0-CB5C-3A37DAB9CD1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385366D-D822-EB1E-3F98-B35D36A9A7E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921">
            <a:extLst>
              <a:ext uri="{FF2B5EF4-FFF2-40B4-BE49-F238E27FC236}">
                <a16:creationId xmlns:a16="http://schemas.microsoft.com/office/drawing/2014/main" id="{6A98CD1A-7C91-D704-FD59-0D8D9DD130FB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58008B-4B37-9AEB-6C11-999ED9D99EE2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8F2644-071D-9F2F-3469-3278EFD50C08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922">
            <a:extLst>
              <a:ext uri="{FF2B5EF4-FFF2-40B4-BE49-F238E27FC236}">
                <a16:creationId xmlns:a16="http://schemas.microsoft.com/office/drawing/2014/main" id="{C178B498-E259-9949-D242-8C32C11080FA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F4D13-82F9-5E98-E1D3-3D06AB2FFF3C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EC2977-CED4-81CD-66E9-CA853129BD32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923">
            <a:extLst>
              <a:ext uri="{FF2B5EF4-FFF2-40B4-BE49-F238E27FC236}">
                <a16:creationId xmlns:a16="http://schemas.microsoft.com/office/drawing/2014/main" id="{A092637A-9054-8283-DFEC-D8AEF026974A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5446CB-2BAB-91C6-FA94-F0EBFF024627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26D670-C332-991D-D9B9-A70256524CB2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924">
            <a:extLst>
              <a:ext uri="{FF2B5EF4-FFF2-40B4-BE49-F238E27FC236}">
                <a16:creationId xmlns:a16="http://schemas.microsoft.com/office/drawing/2014/main" id="{841294BC-2C81-EC41-DDF0-03545D1F040C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9913AF-32C1-7B7F-39D9-024F43867B58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3E3857-4904-7E5D-4431-652859F96708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925">
            <a:extLst>
              <a:ext uri="{FF2B5EF4-FFF2-40B4-BE49-F238E27FC236}">
                <a16:creationId xmlns:a16="http://schemas.microsoft.com/office/drawing/2014/main" id="{8AB6FB58-2BF6-0705-FCC8-FA9DF8BA2FAC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6FEF4-0A52-3040-7FE1-9B4312594405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16BD1-8AFF-A909-3E13-A80B6C1707F8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3704F6-6187-FF2C-54BE-BD6E4356C700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805EE2-D795-7A0C-EA14-734B80B546A3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73EF4-F2CF-D1A1-6CF3-A6DBA3EBD0DB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1E782D-9BBC-F029-677D-C21E8CBEE9A6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5B9A65-F2CD-8D29-DCB2-2D5DDA2054E5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926">
            <a:extLst>
              <a:ext uri="{FF2B5EF4-FFF2-40B4-BE49-F238E27FC236}">
                <a16:creationId xmlns:a16="http://schemas.microsoft.com/office/drawing/2014/main" id="{0932D6A0-4364-3E22-E09C-28363AC119A9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B41110-D513-04E9-E52C-0C76C52452AA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11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27">
            <a:extLst>
              <a:ext uri="{FF2B5EF4-FFF2-40B4-BE49-F238E27FC236}">
                <a16:creationId xmlns:a16="http://schemas.microsoft.com/office/drawing/2014/main" id="{75983B20-963C-8E04-B46E-D4B02945E7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28">
            <a:extLst>
              <a:ext uri="{FF2B5EF4-FFF2-40B4-BE49-F238E27FC236}">
                <a16:creationId xmlns:a16="http://schemas.microsoft.com/office/drawing/2014/main" id="{4CA46B6D-FC8B-4FC1-257D-FE6C9AEC04D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39DB4-7D30-C14F-F16A-0214DB3FB2B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3755F-FC64-6420-C975-57E53CBA0DE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46346C-5518-8AC1-0247-7462B15C63C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FC8F43-84FA-ABC7-741D-71DF759F0F4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BFBF73-61BF-0034-D78B-2BB22E73BE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929">
            <a:extLst>
              <a:ext uri="{FF2B5EF4-FFF2-40B4-BE49-F238E27FC236}">
                <a16:creationId xmlns:a16="http://schemas.microsoft.com/office/drawing/2014/main" id="{8D7231E9-9DA4-18DF-BF1C-0B40A4ABF2B1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930">
            <a:extLst>
              <a:ext uri="{FF2B5EF4-FFF2-40B4-BE49-F238E27FC236}">
                <a16:creationId xmlns:a16="http://schemas.microsoft.com/office/drawing/2014/main" id="{206DED86-EF48-70E2-0D39-0A72F8B764CE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4CBD43-04B5-2E30-F9DB-C3F2D8959E30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DA269E-4464-69AC-78DF-4FDBCA6DD10E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931">
            <a:extLst>
              <a:ext uri="{FF2B5EF4-FFF2-40B4-BE49-F238E27FC236}">
                <a16:creationId xmlns:a16="http://schemas.microsoft.com/office/drawing/2014/main" id="{A7A81A85-8D37-FD8E-9A8A-FB70CD1870E2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932">
            <a:extLst>
              <a:ext uri="{FF2B5EF4-FFF2-40B4-BE49-F238E27FC236}">
                <a16:creationId xmlns:a16="http://schemas.microsoft.com/office/drawing/2014/main" id="{0FD34B85-3B01-EE68-1193-7AA4FEB4CB7A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F853D2-7C61-78AB-E8B1-C36351E37CC6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D1DCDC-5FDC-7F19-600C-B7089752B4B8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933">
            <a:extLst>
              <a:ext uri="{FF2B5EF4-FFF2-40B4-BE49-F238E27FC236}">
                <a16:creationId xmlns:a16="http://schemas.microsoft.com/office/drawing/2014/main" id="{8644BB77-024E-5292-DA9E-D301AF7EE306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934">
            <a:extLst>
              <a:ext uri="{FF2B5EF4-FFF2-40B4-BE49-F238E27FC236}">
                <a16:creationId xmlns:a16="http://schemas.microsoft.com/office/drawing/2014/main" id="{8A1AD117-E525-5211-B959-BBFB18A580D8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B85A39-F126-4428-BA95-447BCDA4D9AB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7040F7-1E91-0C55-2B81-10C9C469DCFF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BB5D95-3D05-6E52-3FC7-F298C4FC8513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41718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35">
            <a:extLst>
              <a:ext uri="{FF2B5EF4-FFF2-40B4-BE49-F238E27FC236}">
                <a16:creationId xmlns:a16="http://schemas.microsoft.com/office/drawing/2014/main" id="{AF262685-FE5B-35DD-D712-2EBADE0D51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36">
            <a:extLst>
              <a:ext uri="{FF2B5EF4-FFF2-40B4-BE49-F238E27FC236}">
                <a16:creationId xmlns:a16="http://schemas.microsoft.com/office/drawing/2014/main" id="{33542AE3-8B64-F7A1-780B-FB3834C2382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D6DC50-8BC3-83EC-90ED-15B93A6499F6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32AED-23D0-9CD8-873E-7B00FB627C3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5CA3C5-6352-9441-23A3-8FFB9945606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6CDD7D-07E5-4BB4-DBFA-A4F6C106A76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937">
            <a:extLst>
              <a:ext uri="{FF2B5EF4-FFF2-40B4-BE49-F238E27FC236}">
                <a16:creationId xmlns:a16="http://schemas.microsoft.com/office/drawing/2014/main" id="{F6C6582B-A984-C7F7-C904-A4B7F94555E9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623FE-0C09-1282-17E7-F20F0FDE3087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7D4F5F-52E9-06F9-4DA5-541DD5FA30CE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938">
            <a:extLst>
              <a:ext uri="{FF2B5EF4-FFF2-40B4-BE49-F238E27FC236}">
                <a16:creationId xmlns:a16="http://schemas.microsoft.com/office/drawing/2014/main" id="{1B65971B-863A-207C-2E75-A2BFC560B148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2A9C58-C0A1-847B-45C5-429148FEE636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5C092C-B64A-3693-D223-E5398C1DFCD8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9F22CD-A399-8F91-8A9C-9AA549EE3035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AAECF5B-F399-6421-A35A-56A1B96184CE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E502E-99BD-870B-5DF5-E984D42E8248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D3547-5B9D-C975-A083-412821C8CA1F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13303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39">
            <a:extLst>
              <a:ext uri="{FF2B5EF4-FFF2-40B4-BE49-F238E27FC236}">
                <a16:creationId xmlns:a16="http://schemas.microsoft.com/office/drawing/2014/main" id="{387B26B3-44A3-7415-0834-8F2CBBC3A4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40">
            <a:extLst>
              <a:ext uri="{FF2B5EF4-FFF2-40B4-BE49-F238E27FC236}">
                <a16:creationId xmlns:a16="http://schemas.microsoft.com/office/drawing/2014/main" id="{22F977EE-1F3A-8BC0-19FB-F72A23457D4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98EF8-DB36-D1D3-BBF4-FD7B3B4A997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11987-419B-79E0-90B2-A8427553137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26D7D3-1301-BF78-6653-34046BBCEC6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591918-B45F-8A00-51D5-0F4E1BB2C34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941">
            <a:extLst>
              <a:ext uri="{FF2B5EF4-FFF2-40B4-BE49-F238E27FC236}">
                <a16:creationId xmlns:a16="http://schemas.microsoft.com/office/drawing/2014/main" id="{BC698269-00DC-F66A-627F-25EDEBB81437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7906F5-7656-E204-2E36-F0CF8F560030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17BDD8-3C12-19BF-F4E1-FC469CEB4B9B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363722-3B98-8280-6E99-B3A7A27FAD34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942">
            <a:extLst>
              <a:ext uri="{FF2B5EF4-FFF2-40B4-BE49-F238E27FC236}">
                <a16:creationId xmlns:a16="http://schemas.microsoft.com/office/drawing/2014/main" id="{6FBA5CD1-1B43-354D-1789-77CD1FE9EC76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F6F98-B58F-FC60-3873-D72A4CB58610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21855-4344-17BF-2939-6CDD27F60851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F5E26C-6DB1-F9A8-855F-739E06F3365D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943">
            <a:extLst>
              <a:ext uri="{FF2B5EF4-FFF2-40B4-BE49-F238E27FC236}">
                <a16:creationId xmlns:a16="http://schemas.microsoft.com/office/drawing/2014/main" id="{5AE479D7-9042-A8F5-071C-3A597A225526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6507D-7EC3-C525-FF4F-E733FC170C54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A9EFFE-6458-1F87-EE5F-FF439DD8BFAC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960DA6-23BC-414A-BDED-F24B6028C3A3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944">
            <a:extLst>
              <a:ext uri="{FF2B5EF4-FFF2-40B4-BE49-F238E27FC236}">
                <a16:creationId xmlns:a16="http://schemas.microsoft.com/office/drawing/2014/main" id="{1A6FCFDC-355E-1E99-FE18-06A234C0AA4C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CAF815-B6D1-46E8-9C4D-C8F278EDD89F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E9938-74A3-E5D5-3D60-C7B53DE2911A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18C13C-289E-3836-885D-96E2785611E5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945">
            <a:extLst>
              <a:ext uri="{FF2B5EF4-FFF2-40B4-BE49-F238E27FC236}">
                <a16:creationId xmlns:a16="http://schemas.microsoft.com/office/drawing/2014/main" id="{8CDA90A5-A02F-A8F9-0EC6-80874CB92368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B4E6B1-3610-04BF-6764-BD203274BD07}"/>
              </a:ext>
            </a:extLst>
          </p:cNvPr>
          <p:cNvSpPr txBox="1"/>
          <p:nvPr/>
        </p:nvSpPr>
        <p:spPr>
          <a:xfrm>
            <a:off x="990600" y="50675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המשימות באמצעות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⁦Multi-task head⁩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וכל משימה מקבלת פלט נפרד.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0793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46">
            <a:extLst>
              <a:ext uri="{FF2B5EF4-FFF2-40B4-BE49-F238E27FC236}">
                <a16:creationId xmlns:a16="http://schemas.microsoft.com/office/drawing/2014/main" id="{93610B5A-DB73-2038-F638-C55FAB1978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47">
            <a:extLst>
              <a:ext uri="{FF2B5EF4-FFF2-40B4-BE49-F238E27FC236}">
                <a16:creationId xmlns:a16="http://schemas.microsoft.com/office/drawing/2014/main" id="{DB2A8CEC-742D-FEDD-F26A-48307713885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D6717-493A-4E5E-A7AC-5EE53FE16D0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ACC49-DA1E-F2D0-07CA-541BC2371B0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B1C4FC-C2C1-BE01-F86A-E59AE074889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D3A04C-BF24-2093-7B19-3C8874C7F2F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948">
            <a:extLst>
              <a:ext uri="{FF2B5EF4-FFF2-40B4-BE49-F238E27FC236}">
                <a16:creationId xmlns:a16="http://schemas.microsoft.com/office/drawing/2014/main" id="{A5C03708-95A5-A918-4E82-03DBAE81A944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C2E98-888B-E4F2-28CF-6E378A47BBE0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1C1C72-5DAA-1AA2-D309-CCC3E1EEB882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949">
            <a:extLst>
              <a:ext uri="{FF2B5EF4-FFF2-40B4-BE49-F238E27FC236}">
                <a16:creationId xmlns:a16="http://schemas.microsoft.com/office/drawing/2014/main" id="{A45422E0-D060-E2E0-36EA-D68664F3F33A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8B595-A6C1-993D-AE17-86896D067B6F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7DD169-1680-D60E-ECA2-4C05812A82AC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950">
            <a:extLst>
              <a:ext uri="{FF2B5EF4-FFF2-40B4-BE49-F238E27FC236}">
                <a16:creationId xmlns:a16="http://schemas.microsoft.com/office/drawing/2014/main" id="{E4FDEF7E-F7F1-CDEE-D0EB-F04CB8622A50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AD88C7-9742-7B13-EAB3-32B7BF0F9FD9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793EAB-3567-71C3-342A-554CC1E34158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951">
            <a:extLst>
              <a:ext uri="{FF2B5EF4-FFF2-40B4-BE49-F238E27FC236}">
                <a16:creationId xmlns:a16="http://schemas.microsoft.com/office/drawing/2014/main" id="{0D747990-6D58-B211-AFF0-37B9D37BC980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4384B1-D535-015D-2AFC-6E949A2D5B51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67D1181-E860-5291-C107-24D195B578E0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952">
            <a:extLst>
              <a:ext uri="{FF2B5EF4-FFF2-40B4-BE49-F238E27FC236}">
                <a16:creationId xmlns:a16="http://schemas.microsoft.com/office/drawing/2014/main" id="{93BD32FD-C3A4-EC72-ADF2-B1014655D78D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DF5526-A8B1-9318-1B68-AE3CDEDC1B1D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AB855-7738-4347-82DC-6DC4AE076BCF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953">
            <a:extLst>
              <a:ext uri="{FF2B5EF4-FFF2-40B4-BE49-F238E27FC236}">
                <a16:creationId xmlns:a16="http://schemas.microsoft.com/office/drawing/2014/main" id="{E0F07CE6-8895-8932-2B5D-EF1C634F3874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96256A-2F7D-0561-7AD1-A9CF1C28BB4F}"/>
              </a:ext>
            </a:extLst>
          </p:cNvPr>
          <p:cNvSpPr txBox="1"/>
          <p:nvPr/>
        </p:nvSpPr>
        <p:spPr>
          <a:xfrm>
            <a:off x="990600" y="48820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 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⁦line-type embedding⁩ 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62947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54">
            <a:extLst>
              <a:ext uri="{FF2B5EF4-FFF2-40B4-BE49-F238E27FC236}">
                <a16:creationId xmlns:a16="http://schemas.microsoft.com/office/drawing/2014/main" id="{5D75A41A-A515-4AEE-DA8E-195DEEA4B6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55">
            <a:extLst>
              <a:ext uri="{FF2B5EF4-FFF2-40B4-BE49-F238E27FC236}">
                <a16:creationId xmlns:a16="http://schemas.microsoft.com/office/drawing/2014/main" id="{5A192C36-BC02-CD92-FEDC-4E1C12F2E31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1CCF3-4C2B-926A-109B-A48F70E62E8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F83FF-7B0B-20AC-31FD-2C744F3AABC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E83D54-8F18-667F-0C8E-86539F5595B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238ED8-D657-D279-3AF4-EE04DE64285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5B3378-C1B5-1BDD-ED99-7A3EB1365F8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956">
            <a:extLst>
              <a:ext uri="{FF2B5EF4-FFF2-40B4-BE49-F238E27FC236}">
                <a16:creationId xmlns:a16="http://schemas.microsoft.com/office/drawing/2014/main" id="{B3A4B2C6-2FD2-38D0-225C-F47E6E486D4E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957">
            <a:extLst>
              <a:ext uri="{FF2B5EF4-FFF2-40B4-BE49-F238E27FC236}">
                <a16:creationId xmlns:a16="http://schemas.microsoft.com/office/drawing/2014/main" id="{BB709810-45D6-BD73-6869-11C8B85C1A5E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CC32C-F0FE-B8B4-89F6-98BDF8BF41F6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08A15-B71C-515D-54BD-C431AFBD05D2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6E235A-2845-01DB-4568-976DD62BDEE1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⁦TF-IDF⁩ 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Shape_958">
            <a:extLst>
              <a:ext uri="{FF2B5EF4-FFF2-40B4-BE49-F238E27FC236}">
                <a16:creationId xmlns:a16="http://schemas.microsoft.com/office/drawing/2014/main" id="{D1B7571A-1EFE-87BC-EFA9-6C15FEABA3B3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3BFF44-A6D9-F075-E0F1-EFF51D93F108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66651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59">
            <a:extLst>
              <a:ext uri="{FF2B5EF4-FFF2-40B4-BE49-F238E27FC236}">
                <a16:creationId xmlns:a16="http://schemas.microsoft.com/office/drawing/2014/main" id="{577FFF69-C4E6-F511-E410-ECCD93376C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60">
            <a:extLst>
              <a:ext uri="{FF2B5EF4-FFF2-40B4-BE49-F238E27FC236}">
                <a16:creationId xmlns:a16="http://schemas.microsoft.com/office/drawing/2014/main" id="{F7374EA3-E3AE-1B15-8747-BE19548A0BD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BB928-0F3D-878F-F154-8D725089BFB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58DE8-31A6-A872-335E-8C1F2682F59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A7BE3B-5BA3-BC19-57C0-F92DBF9EE86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1445F7-E28F-097D-2FA9-390CBEFEB92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961">
            <a:extLst>
              <a:ext uri="{FF2B5EF4-FFF2-40B4-BE49-F238E27FC236}">
                <a16:creationId xmlns:a16="http://schemas.microsoft.com/office/drawing/2014/main" id="{E1C875EE-2B10-D1DF-E11D-29AA921435F0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9862EA-A11C-29E5-62E5-ED7B650C3C20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F2EABD-B322-F783-AABE-487CEC025F55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962">
            <a:extLst>
              <a:ext uri="{FF2B5EF4-FFF2-40B4-BE49-F238E27FC236}">
                <a16:creationId xmlns:a16="http://schemas.microsoft.com/office/drawing/2014/main" id="{C0D03151-5017-4772-14B4-6C634FDD60D2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1553A6-7ED3-E27C-3511-96DD9C4CC3F2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5EBC66-3B0C-C5AE-376A-A31E5985D370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963">
            <a:extLst>
              <a:ext uri="{FF2B5EF4-FFF2-40B4-BE49-F238E27FC236}">
                <a16:creationId xmlns:a16="http://schemas.microsoft.com/office/drawing/2014/main" id="{25DBFFF8-BBF9-584B-4AA8-C71011519BA1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5F5791-99CC-B1BF-2BCA-ED57B0567DCE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0F13FA-B99D-B018-6ACB-F06D0AB91F9D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7DD995-BAA6-5E45-03A5-BB55D512DE4B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964">
            <a:extLst>
              <a:ext uri="{FF2B5EF4-FFF2-40B4-BE49-F238E27FC236}">
                <a16:creationId xmlns:a16="http://schemas.microsoft.com/office/drawing/2014/main" id="{87962AE5-1AEF-F652-DAC8-2A5F7A2B7087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34ABA-5077-4C36-6132-ABBE62E2DDAE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38429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65">
            <a:extLst>
              <a:ext uri="{FF2B5EF4-FFF2-40B4-BE49-F238E27FC236}">
                <a16:creationId xmlns:a16="http://schemas.microsoft.com/office/drawing/2014/main" id="{5C69C825-9E20-A0CD-7D85-C547A28B2A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66">
            <a:extLst>
              <a:ext uri="{FF2B5EF4-FFF2-40B4-BE49-F238E27FC236}">
                <a16:creationId xmlns:a16="http://schemas.microsoft.com/office/drawing/2014/main" id="{67AA0388-F313-B24C-0496-6A3E9FA3DA2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BD8E3-C272-52FB-FBD8-FBB2F71BCB3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E67D2-9AE4-DD94-1C0B-51B0C749D98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7E92E6-3987-C5BE-2229-B581DB74356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22E42C-59B9-0B53-6B47-EC6F13FB1ED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967">
            <a:extLst>
              <a:ext uri="{FF2B5EF4-FFF2-40B4-BE49-F238E27FC236}">
                <a16:creationId xmlns:a16="http://schemas.microsoft.com/office/drawing/2014/main" id="{FE6FFBD2-636F-9064-5C3C-EBF34A5B0475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968">
            <a:extLst>
              <a:ext uri="{FF2B5EF4-FFF2-40B4-BE49-F238E27FC236}">
                <a16:creationId xmlns:a16="http://schemas.microsoft.com/office/drawing/2014/main" id="{6FE9B827-5D73-7FFA-E753-8BB19FD35653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05CBB5-7CD0-7ED0-557E-1FDC87495A87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490530-F766-7DD6-6444-9E17951EE44F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969">
            <a:extLst>
              <a:ext uri="{FF2B5EF4-FFF2-40B4-BE49-F238E27FC236}">
                <a16:creationId xmlns:a16="http://schemas.microsoft.com/office/drawing/2014/main" id="{1C340BD6-B78A-9424-6DA9-E9FE87363847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970">
            <a:extLst>
              <a:ext uri="{FF2B5EF4-FFF2-40B4-BE49-F238E27FC236}">
                <a16:creationId xmlns:a16="http://schemas.microsoft.com/office/drawing/2014/main" id="{C194F3EC-F4AF-140F-1D14-55A810C4C732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865CFC-1D14-1946-B8CB-7B967A34B0D8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A809AA-3105-9DD0-32E5-B90DED366CDB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971">
            <a:extLst>
              <a:ext uri="{FF2B5EF4-FFF2-40B4-BE49-F238E27FC236}">
                <a16:creationId xmlns:a16="http://schemas.microsoft.com/office/drawing/2014/main" id="{96BB5356-BF67-86F0-7E1F-322DC1155D83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972">
            <a:extLst>
              <a:ext uri="{FF2B5EF4-FFF2-40B4-BE49-F238E27FC236}">
                <a16:creationId xmlns:a16="http://schemas.microsoft.com/office/drawing/2014/main" id="{AE1BFA78-E3EC-3521-E07D-A08B5AFA3D31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5679F0-D651-1448-389B-8E5EDC492FF2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A9DF0-17E0-C1F3-C47F-76C03221A3D7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50913FF-88D9-1FC2-4DA5-F38BE21F0E8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79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73">
            <a:extLst>
              <a:ext uri="{FF2B5EF4-FFF2-40B4-BE49-F238E27FC236}">
                <a16:creationId xmlns:a16="http://schemas.microsoft.com/office/drawing/2014/main" id="{0FC61F2A-508B-8CB2-6C7A-B812AB7D71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74">
            <a:extLst>
              <a:ext uri="{FF2B5EF4-FFF2-40B4-BE49-F238E27FC236}">
                <a16:creationId xmlns:a16="http://schemas.microsoft.com/office/drawing/2014/main" id="{E8D93462-0DAF-48F2-929D-CB5C2E63C37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5B678-A8CC-2C8C-1D7C-449B13A816D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C432B8-7C41-999E-40E4-21193A508C2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BE053B-41CF-FA5B-654F-092505B3B0C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0A0F5E-9ACB-ECD5-DCE9-68503B17984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975">
            <a:extLst>
              <a:ext uri="{FF2B5EF4-FFF2-40B4-BE49-F238E27FC236}">
                <a16:creationId xmlns:a16="http://schemas.microsoft.com/office/drawing/2014/main" id="{B308ACD9-1710-7034-A1BC-3BDB0A9F7148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976">
            <a:extLst>
              <a:ext uri="{FF2B5EF4-FFF2-40B4-BE49-F238E27FC236}">
                <a16:creationId xmlns:a16="http://schemas.microsoft.com/office/drawing/2014/main" id="{D7451B15-CFFE-4C8D-178B-F829ECF3D538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479A5F-0F97-DC45-FCBF-961D902D5062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D818C8-7B26-6466-CF33-692CA0637A85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977">
            <a:extLst>
              <a:ext uri="{FF2B5EF4-FFF2-40B4-BE49-F238E27FC236}">
                <a16:creationId xmlns:a16="http://schemas.microsoft.com/office/drawing/2014/main" id="{385B3963-42FC-7995-1EA1-A2722CF14CB1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978">
            <a:extLst>
              <a:ext uri="{FF2B5EF4-FFF2-40B4-BE49-F238E27FC236}">
                <a16:creationId xmlns:a16="http://schemas.microsoft.com/office/drawing/2014/main" id="{F3F13D5B-271F-B157-1AA1-3790964AE219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8FB3C-9B32-BA7B-EDBA-3582522A6B7B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D69CB5-5AED-95CA-5074-54AE5A07AAF8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FF1CFC-9416-DE12-EC4D-45D4587DE94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13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79">
            <a:extLst>
              <a:ext uri="{FF2B5EF4-FFF2-40B4-BE49-F238E27FC236}">
                <a16:creationId xmlns:a16="http://schemas.microsoft.com/office/drawing/2014/main" id="{C7CBB229-0CF4-09B4-E979-6B272EB880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80">
            <a:extLst>
              <a:ext uri="{FF2B5EF4-FFF2-40B4-BE49-F238E27FC236}">
                <a16:creationId xmlns:a16="http://schemas.microsoft.com/office/drawing/2014/main" id="{2AEE836A-7FA8-8DC4-4DC8-57B6A36478D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FA046-0681-F1FA-5881-E1B4E49E373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E45A8-88ED-5B28-F298-B7E1C9149D3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C5F28F-F5ED-856A-9FBF-B924FA3B42A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41681B-111B-F1F1-1194-10812B71214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559764-F640-BE82-869A-32DEEEE74B08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9B412-3072-AF34-2E70-1754ACFE6C75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981">
            <a:extLst>
              <a:ext uri="{FF2B5EF4-FFF2-40B4-BE49-F238E27FC236}">
                <a16:creationId xmlns:a16="http://schemas.microsoft.com/office/drawing/2014/main" id="{716D5FC6-822D-FCC9-0579-1CC928864975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982">
            <a:extLst>
              <a:ext uri="{FF2B5EF4-FFF2-40B4-BE49-F238E27FC236}">
                <a16:creationId xmlns:a16="http://schemas.microsoft.com/office/drawing/2014/main" id="{6063AE58-8230-6C2F-ADD4-2003ACE8DBF2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596E7F-E573-751E-FDE1-766F0922FCA2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983">
            <a:extLst>
              <a:ext uri="{FF2B5EF4-FFF2-40B4-BE49-F238E27FC236}">
                <a16:creationId xmlns:a16="http://schemas.microsoft.com/office/drawing/2014/main" id="{6CE30233-DBFA-14D7-EEC3-C0D19AF225EE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83DE4E-5D24-DEB2-4D92-8EC7B627E3F6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95B679-7B3F-3F67-4E31-469F78987F0B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984">
            <a:extLst>
              <a:ext uri="{FF2B5EF4-FFF2-40B4-BE49-F238E27FC236}">
                <a16:creationId xmlns:a16="http://schemas.microsoft.com/office/drawing/2014/main" id="{87C81153-6B8A-D9DD-2FF0-61E70FFD708B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77CE6D-1882-4179-0204-A55CE4F573F3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76B861-8135-0C90-F49D-110A9C6CA63C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985">
            <a:extLst>
              <a:ext uri="{FF2B5EF4-FFF2-40B4-BE49-F238E27FC236}">
                <a16:creationId xmlns:a16="http://schemas.microsoft.com/office/drawing/2014/main" id="{C6086659-CDCE-9A72-2B67-1CD939E2FF30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DBAE8C-7CCE-C6A4-0BFD-E6E11F3F7E4B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87B744-EEBA-D17E-DB77-DE5E44595622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BF49AF-498B-68EE-86A7-E49A0B03CC14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58915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86">
            <a:extLst>
              <a:ext uri="{FF2B5EF4-FFF2-40B4-BE49-F238E27FC236}">
                <a16:creationId xmlns:a16="http://schemas.microsoft.com/office/drawing/2014/main" id="{4294E80D-3EB5-C46F-0E93-D692C6E890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87">
            <a:extLst>
              <a:ext uri="{FF2B5EF4-FFF2-40B4-BE49-F238E27FC236}">
                <a16:creationId xmlns:a16="http://schemas.microsoft.com/office/drawing/2014/main" id="{CC89F171-AC55-62BB-DB90-7254E9BBA94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A7A3F-F3EA-52E4-6A42-4F59F95FD11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096CF9-DC38-181E-DA31-27A4EA4BE6D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62F5D4-D735-B26D-A2A3-0EEBAB8CC5D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466A4A2-5FF0-7797-BC70-48C9D27A84F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988">
            <a:extLst>
              <a:ext uri="{FF2B5EF4-FFF2-40B4-BE49-F238E27FC236}">
                <a16:creationId xmlns:a16="http://schemas.microsoft.com/office/drawing/2014/main" id="{7CB5C938-C8B7-6D8E-5797-482EB4605537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989">
            <a:extLst>
              <a:ext uri="{FF2B5EF4-FFF2-40B4-BE49-F238E27FC236}">
                <a16:creationId xmlns:a16="http://schemas.microsoft.com/office/drawing/2014/main" id="{6906D84F-FFCF-3780-C0FB-DE188AAEC2D0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6672B-2DC3-D577-6B7D-2BBD832D383A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1F8914-A3A5-8D27-1191-DBA3F8162ABB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990">
            <a:extLst>
              <a:ext uri="{FF2B5EF4-FFF2-40B4-BE49-F238E27FC236}">
                <a16:creationId xmlns:a16="http://schemas.microsoft.com/office/drawing/2014/main" id="{13A16987-BEA3-8134-B0C9-BF62651B60CD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991">
            <a:extLst>
              <a:ext uri="{FF2B5EF4-FFF2-40B4-BE49-F238E27FC236}">
                <a16:creationId xmlns:a16="http://schemas.microsoft.com/office/drawing/2014/main" id="{77AB6431-5F25-4BFD-C0CD-9945B1789E9F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2AD88-334F-5F48-195A-9A728B9BF9C5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A090D9-C15F-4C99-4021-37B02BA216F2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992">
            <a:extLst>
              <a:ext uri="{FF2B5EF4-FFF2-40B4-BE49-F238E27FC236}">
                <a16:creationId xmlns:a16="http://schemas.microsoft.com/office/drawing/2014/main" id="{9616D083-2644-AB7D-F5E1-270430243627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993">
            <a:extLst>
              <a:ext uri="{FF2B5EF4-FFF2-40B4-BE49-F238E27FC236}">
                <a16:creationId xmlns:a16="http://schemas.microsoft.com/office/drawing/2014/main" id="{F04E2A14-7BCE-B51B-C1F8-D12559417B5D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048283-C0A2-54A5-D67A-C4B7AAF2A68E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57335F-7218-7D6D-F6CB-B8F4DD82D80F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3E1D04-832A-15BB-921E-3660A10DB10D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9675BF-82E2-8B76-396E-753818D14CE5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E38537-BEF2-3DB9-8212-D51A59468AA5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DF03F0-FA3F-068A-015B-278C8BBF93D3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0A972-3502-7D5D-9A5F-D7F25D897BF6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86BF43-5EF4-AFF7-74B6-723D6B5F1288}"/>
              </a:ext>
            </a:extLst>
          </p:cNvPr>
          <p:cNvSpPr txBox="1"/>
          <p:nvPr/>
        </p:nvSpPr>
        <p:spPr>
          <a:xfrm>
            <a:off x="4699000" y="38252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עצמאי. אין להעריך הבנת קוד לפי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⁦commit message⁩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F2C6282-89AE-AAAE-ECB0-142FCA64A9D0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CE05383-EBA5-603B-9748-C8A232D52C4B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5DDAED-EA82-9410-FC9A-A9519348585F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82306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94">
            <a:extLst>
              <a:ext uri="{FF2B5EF4-FFF2-40B4-BE49-F238E27FC236}">
                <a16:creationId xmlns:a16="http://schemas.microsoft.com/office/drawing/2014/main" id="{2A9E3C3C-4564-B2DA-CE69-DBB78A4E16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95">
            <a:extLst>
              <a:ext uri="{FF2B5EF4-FFF2-40B4-BE49-F238E27FC236}">
                <a16:creationId xmlns:a16="http://schemas.microsoft.com/office/drawing/2014/main" id="{86AFBF67-652B-6773-3B1D-4073411480B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158EB-586B-BC8D-9FB3-EFAA0A486C9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AA229-D76F-6B9C-16CC-F7717AEAECD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6BA17A-296E-030B-63BA-88EFA209F8E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D04B32-ED56-68F4-2C94-C2A9470B553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960BA9-A5D7-DBC0-DD00-E2866B80C34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257821-6737-66D1-F7D3-64448C3F73B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69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96">
            <a:extLst>
              <a:ext uri="{FF2B5EF4-FFF2-40B4-BE49-F238E27FC236}">
                <a16:creationId xmlns:a16="http://schemas.microsoft.com/office/drawing/2014/main" id="{0D0133F2-8BED-2F0A-98EB-254DC89CA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97">
            <a:extLst>
              <a:ext uri="{FF2B5EF4-FFF2-40B4-BE49-F238E27FC236}">
                <a16:creationId xmlns:a16="http://schemas.microsoft.com/office/drawing/2014/main" id="{0E0132E3-544B-7586-CB72-643951EE06A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EF1876-4A05-9749-6E47-AE18EBF7D99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234AE-6709-A266-AC37-E6E99F1BE65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AEF41F-0455-9063-7B45-D811315E1C6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7846C2-ED8F-C453-EE34-A2D0934C771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0D8581-DC91-71AE-FD44-CAF8B186329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38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998">
            <a:extLst>
              <a:ext uri="{FF2B5EF4-FFF2-40B4-BE49-F238E27FC236}">
                <a16:creationId xmlns:a16="http://schemas.microsoft.com/office/drawing/2014/main" id="{C44EA877-0371-6E13-C9DE-70E306E22B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999">
            <a:extLst>
              <a:ext uri="{FF2B5EF4-FFF2-40B4-BE49-F238E27FC236}">
                <a16:creationId xmlns:a16="http://schemas.microsoft.com/office/drawing/2014/main" id="{210EB212-0214-ADBC-97BC-53CAE13B60D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9B568-45F5-BFAC-421A-D1D659F6565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E4E00-8242-2570-983F-D394F1F49A4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97FD17-AB15-944B-6B5E-FA84F09374F7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80AC7C-A7D2-C69A-DE7C-842207F7585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523F3-7511-A03A-799F-57568CD61FA6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AE5BC-5376-BCF8-2A27-9D3397C871C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22B415-C579-40F7-7EDC-852C54C7016A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51DE27-25E4-6644-2FA4-089831C3CB2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781493-E2F6-099E-DD17-D66FF7F34DD6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1DCBDA-7DE2-BC94-98CE-C1AE2076C6D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1000">
            <a:extLst>
              <a:ext uri="{FF2B5EF4-FFF2-40B4-BE49-F238E27FC236}">
                <a16:creationId xmlns:a16="http://schemas.microsoft.com/office/drawing/2014/main" id="{9E9B3015-24D5-7357-2988-960A574BAFF8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0EFE29-FB97-03D3-B92D-EF882852F84C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1DEE48-BADE-1A34-E776-54304B7A7A69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9860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2026-10-07T17:45:06Z</dcterms:created>
  <dcterms:modified xsi:type="dcterms:W3CDTF">2026-10-07T17:45:22Z</dcterms:modified>
</cp:coreProperties>
</file>