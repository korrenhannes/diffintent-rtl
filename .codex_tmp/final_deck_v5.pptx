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78064-4DE1-C644-808E-C75216C45B3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3CEC7-B6C1-7944-A443-F92367FB1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3332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179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405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956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6988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8486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2385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91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4727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7634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9670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2760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9155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3166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1746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2317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1433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3CEC7-B6C1-7944-A443-F92367FB1C5F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8671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B9F5-B0D4-C19D-9851-28D90257F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058E1-F037-C481-5647-736DFCC8C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E8389-1B5E-18F5-3339-3584A4188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AE36F-F044-50BB-8C9A-7CAA003E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33C89-D73E-C55D-7BEE-9E6FA26B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646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A06F-008E-E107-1727-9D1CEC9E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41FC8-0435-45CD-4C22-6261A2F0B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62B0E-273D-AC05-AF19-C0BBE2AF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22FAF-8861-0FB0-EDA5-E9315728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B874-A05C-72AA-B448-2DED95C4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689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969F-CA45-6433-017B-E07DB8DE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30ABC-1C01-A7F5-8EDC-C48207BD9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6C197-41CD-258C-97B8-CCC093BB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4C784-593E-64DD-B4A5-D624D2F5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E6548-1428-72D2-4504-84677540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539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C1DC-93E3-BCCB-60A4-8FBB9490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4C9B-A457-05D7-F0C7-5E614045F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B4B91-AE5B-D31D-F5FC-FF7EC61E5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56DF-D797-D99F-2818-30B685CD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0DE71-2328-CF43-C844-93E59A6A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4FF10-A5BD-EBD4-E50D-F6F8DC40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802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EE89B-9CAD-CDCA-0172-15F9AA23A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103E0-8727-10C8-65D2-3D32B3F8C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B041C-C5CA-23B6-D1B6-BBE5E8B6E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513E2-6F91-A155-1772-B4A1BA47C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7D00C8-C8E5-A1E8-D4F9-E20D7CE33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262E9-9C12-6371-6E22-F55EC62D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9EF32-838A-45A3-A21C-44257E093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6974F-9E11-1795-8B65-992A253B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220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D048-146B-51E1-7377-C0C9F634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05220-B230-AC2F-F571-D5790A71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822B3-312F-4C0B-F70F-05C7106A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11706-2ABD-93E4-AC90-BF765D69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677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129C9-D40D-4B11-4309-3BD517D7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D4B67-0DCC-8FEF-1516-DEE1BCDB2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2FB51-F964-13F8-46F9-3DF6FBAD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433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FFD2-39F9-3415-F0DC-F135F3B7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2BBC0-92B2-0D50-5553-91607869F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8306B-A456-5E40-DF0B-F7C13BA8A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DF275-D6B5-B372-E330-058F3A11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3C32-2D9F-658E-528C-26442BC5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47D76-544E-E62A-A6CE-B3AC03C5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813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5CBD-1BBB-B272-8A1E-4E28227D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A8791-9121-2814-FA92-1C3A07B6D6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DBFF6-0E2E-A210-EA59-1B8C1CB5C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C2D27-747D-7DF2-81CE-2C2BF537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C711C-E887-B8CC-DE46-C0368B23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A3B14-E906-8232-F05F-ECDE6FFF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537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66EE-DEE2-8B0F-58DD-75D88629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71392-9E84-7F31-4C33-3DB390024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258C9-86FA-90FD-C4AE-0CFE1821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E6DB6-A9CB-55EF-496A-2831E04A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987CD-BBA6-77D0-D658-4FD2C807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032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2448B-3CFB-67F1-B4AE-21EAEF826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A88FC-A12A-CB92-12FA-47F2B553A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F8B55-85AC-A52B-8EAC-1BBFF936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E8125-6F51-0B0F-C9A2-499DD5F6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FC579-2BA8-EA3E-6CDE-1AEB8D20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00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CC780-5069-3157-5791-29139EF6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DF2AA-CF9F-D602-F374-98115805D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B6926-C03F-A765-F800-FE121CCFD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16A1-B349-834C-8F2A-ED18C8F98ED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FE0B6-55B9-1FF7-6FF0-F8DF428B9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21611-08EE-2004-960F-ACD90A719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F579A-2FF2-4C47-801D-D9911E4655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514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0">
            <a:extLst>
              <a:ext uri="{FF2B5EF4-FFF2-40B4-BE49-F238E27FC236}">
                <a16:creationId xmlns:a16="http://schemas.microsoft.com/office/drawing/2014/main" id="{BD9ABE0E-FAF4-80EE-B876-1ACE6FA353E4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D6B47-F92D-8669-4635-483D6C179029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70868-1406-73DE-A570-FA89276E8326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 </a:t>
            </a:r>
            <a:r>
              <a:rPr lang="en-US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539CD3-DC3D-1C3A-C5A2-27447C55665E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807489-0CAF-AF39-79F8-D68C5E61254C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554BC-8764-3A60-B93B-64832EC0F53C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A1DD7B-CB9E-FDA1-3A02-A4A753578DDE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F6517F-733B-D67A-E832-86C64CA14779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812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">
            <a:extLst>
              <a:ext uri="{FF2B5EF4-FFF2-40B4-BE49-F238E27FC236}">
                <a16:creationId xmlns:a16="http://schemas.microsoft.com/office/drawing/2014/main" id="{FAE115F4-87A2-1E27-9859-74B04E4320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">
            <a:extLst>
              <a:ext uri="{FF2B5EF4-FFF2-40B4-BE49-F238E27FC236}">
                <a16:creationId xmlns:a16="http://schemas.microsoft.com/office/drawing/2014/main" id="{F06B969B-FDE8-3DB9-D984-646EA321968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B6C08-468A-2524-4512-E436BC11256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1DB51-0457-9C8F-D748-3249700658B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B3ECE2-5212-64E3-0111-B468F73FA50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F978B4-14AE-B98B-29A9-14BE5A7A084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3">
            <a:extLst>
              <a:ext uri="{FF2B5EF4-FFF2-40B4-BE49-F238E27FC236}">
                <a16:creationId xmlns:a16="http://schemas.microsoft.com/office/drawing/2014/main" id="{B6FE7C7F-37A9-2075-49EF-3EF1A53382DB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B75798-8A3F-5578-4F57-E5343AC665DF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4">
            <a:extLst>
              <a:ext uri="{FF2B5EF4-FFF2-40B4-BE49-F238E27FC236}">
                <a16:creationId xmlns:a16="http://schemas.microsoft.com/office/drawing/2014/main" id="{074ADB48-C444-4932-057F-782A6448AEB8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360DBF-6D8E-75DA-CF4F-51DB4310DFC5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576BF9-83D5-CCED-F687-104374C6F546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197049-7A95-2D88-0A3E-CC5ED623F686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2A8446-B7C9-315B-5B65-F77A0B30EA08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85C337-2D8A-84DD-C4C9-972314859F4B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2E07DE-62A3-2BF8-C9F5-32FFD7FDCCB1}"/>
              </a:ext>
            </a:extLst>
          </p:cNvPr>
          <p:cNvSpPr txBox="1"/>
          <p:nvPr/>
        </p:nvSpPr>
        <p:spPr>
          <a:xfrm>
            <a:off x="7429500" y="5006736"/>
            <a:ext cx="4064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 Review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41697-52FC-7310-4BCF-54EB380E5669}"/>
              </a:ext>
            </a:extLst>
          </p:cNvPr>
          <p:cNvSpPr txBox="1"/>
          <p:nvPr/>
        </p:nvSpPr>
        <p:spPr>
          <a:xfrm>
            <a:off x="7429500" y="5354642"/>
            <a:ext cx="40640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5855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">
            <a:extLst>
              <a:ext uri="{FF2B5EF4-FFF2-40B4-BE49-F238E27FC236}">
                <a16:creationId xmlns:a16="http://schemas.microsoft.com/office/drawing/2014/main" id="{4C3C88E9-345C-2EFA-227D-66C628815A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">
            <a:extLst>
              <a:ext uri="{FF2B5EF4-FFF2-40B4-BE49-F238E27FC236}">
                <a16:creationId xmlns:a16="http://schemas.microsoft.com/office/drawing/2014/main" id="{972C1674-7E6D-66FB-4EEE-929808C7CA0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939E70-01F9-08F7-453D-201CCDAF64B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1F7DE6-0954-8D18-B878-22D62DE881C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B18C08-037A-096E-4F96-65146C9D368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B8078F6-3FD3-8658-9FF4-F9184E57836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7">
            <a:extLst>
              <a:ext uri="{FF2B5EF4-FFF2-40B4-BE49-F238E27FC236}">
                <a16:creationId xmlns:a16="http://schemas.microsoft.com/office/drawing/2014/main" id="{36A00A56-EFDD-478D-EA8E-6C03582398A2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B341A-370D-11F1-4268-DEC41916E6FE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1FC6C-3517-4AE3-C78F-953F6FFE9DFC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A9DF5-B193-C452-D29F-676F9CF8298C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">
            <a:extLst>
              <a:ext uri="{FF2B5EF4-FFF2-40B4-BE49-F238E27FC236}">
                <a16:creationId xmlns:a16="http://schemas.microsoft.com/office/drawing/2014/main" id="{000C864C-4D78-63D1-4344-9EE06E8F8074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55246A-F718-B060-6AD6-6DAC73DC244B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CA1E9-0B64-5EA2-6812-C89B8D13A5AD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9357B6-5827-945E-E108-1C560D79E727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B333C4-FF13-E4A9-B689-4B52EB9B5320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E04EA0A-C84F-2154-CAFB-9B51CB52987A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4C8742-EF67-BCA6-B11F-E43DC04FF6BF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F7B8C9-94B6-2C0D-01DA-5757639449E4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835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">
            <a:extLst>
              <a:ext uri="{FF2B5EF4-FFF2-40B4-BE49-F238E27FC236}">
                <a16:creationId xmlns:a16="http://schemas.microsoft.com/office/drawing/2014/main" id="{49BFD76D-C6BE-F0E0-7DE0-5E4B4378F1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">
            <a:extLst>
              <a:ext uri="{FF2B5EF4-FFF2-40B4-BE49-F238E27FC236}">
                <a16:creationId xmlns:a16="http://schemas.microsoft.com/office/drawing/2014/main" id="{B74862E5-FBE7-96E9-1D69-A0FF955C2F1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CA980-A792-91F2-531A-4C492C3D521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5BE76-5A50-D67A-4B0B-DAC08039E67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1DF2DA-1722-5AB2-9333-73117140DF4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475DB8-57C9-38AD-58E5-B436F3395CF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11">
            <a:extLst>
              <a:ext uri="{FF2B5EF4-FFF2-40B4-BE49-F238E27FC236}">
                <a16:creationId xmlns:a16="http://schemas.microsoft.com/office/drawing/2014/main" id="{D641A309-2070-E5BB-80AA-77C782D8C45C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C8D15-CD4E-C25B-2DEF-39B9ADA843BD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614F0-CC7B-7D9C-4658-73EFEB87D891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2">
            <a:extLst>
              <a:ext uri="{FF2B5EF4-FFF2-40B4-BE49-F238E27FC236}">
                <a16:creationId xmlns:a16="http://schemas.microsoft.com/office/drawing/2014/main" id="{5AEBC08B-DC48-697E-6CB8-3730FD967279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9FC39-3A40-3AC3-3B17-19F6BB737EDD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6B684E-3433-B963-D4D8-7821D7491DCE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3">
            <a:extLst>
              <a:ext uri="{FF2B5EF4-FFF2-40B4-BE49-F238E27FC236}">
                <a16:creationId xmlns:a16="http://schemas.microsoft.com/office/drawing/2014/main" id="{79EB5488-2904-6DAE-54C0-F1C8AC43DC28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088FF-6C4F-4C6A-7E9A-6FC409835103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BBEF37-3314-8D2C-1B39-755ABC77DEB0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14">
            <a:extLst>
              <a:ext uri="{FF2B5EF4-FFF2-40B4-BE49-F238E27FC236}">
                <a16:creationId xmlns:a16="http://schemas.microsoft.com/office/drawing/2014/main" id="{58092134-ED75-92ED-98FA-BA3EA09E1E7F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C4A3C-4968-C50F-2846-2CC95DF2E36F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43A848-3257-2A8C-7F3F-A3EA22320FBF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15">
            <a:extLst>
              <a:ext uri="{FF2B5EF4-FFF2-40B4-BE49-F238E27FC236}">
                <a16:creationId xmlns:a16="http://schemas.microsoft.com/office/drawing/2014/main" id="{131815B6-BF2E-ACB6-E0EE-9BD279869D18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258E9C-7BC8-0ADB-1663-C4D483BA181A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4064DA-B537-2028-A04D-07EE7FE0892B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F576AC-52C8-E403-3935-4976C013B40C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81ADD3-89DD-4107-E399-A5F6F49D259A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FF5E14-5490-A575-0E74-9C7A95B3FF1E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2DF845-5A9C-EEF9-4E2A-482DF2F548D8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F0840B-A601-350E-F2C5-03A5815D09B5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16">
            <a:extLst>
              <a:ext uri="{FF2B5EF4-FFF2-40B4-BE49-F238E27FC236}">
                <a16:creationId xmlns:a16="http://schemas.microsoft.com/office/drawing/2014/main" id="{624A51BA-E6A9-335E-2AC4-ACB391B0FCD4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DE8CF9-708F-0ECD-752A-5A988CB1AD99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0193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7">
            <a:extLst>
              <a:ext uri="{FF2B5EF4-FFF2-40B4-BE49-F238E27FC236}">
                <a16:creationId xmlns:a16="http://schemas.microsoft.com/office/drawing/2014/main" id="{D232F5D1-7897-DBD0-8523-8E7D8BFA7C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8">
            <a:extLst>
              <a:ext uri="{FF2B5EF4-FFF2-40B4-BE49-F238E27FC236}">
                <a16:creationId xmlns:a16="http://schemas.microsoft.com/office/drawing/2014/main" id="{12431AC4-B001-9972-341B-4E3311D133D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FEA5F-4113-561F-0052-9BE2D471F02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73030-8153-2C8B-62F6-6C7E88D4F46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636DB-0309-9614-645F-F98426D539C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50B025-6469-C402-D450-C4CAF1F46D2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2C12A9-999A-405E-8E38-61D7A799279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19">
            <a:extLst>
              <a:ext uri="{FF2B5EF4-FFF2-40B4-BE49-F238E27FC236}">
                <a16:creationId xmlns:a16="http://schemas.microsoft.com/office/drawing/2014/main" id="{A4A883EF-2963-0CC7-9E5F-AF3AA8C6E8EB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20">
            <a:extLst>
              <a:ext uri="{FF2B5EF4-FFF2-40B4-BE49-F238E27FC236}">
                <a16:creationId xmlns:a16="http://schemas.microsoft.com/office/drawing/2014/main" id="{C3664023-D7FE-11DE-9469-EEE6D8490E75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C1222-F113-3E1A-9DBA-56B984EC4EF8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85FA63-7192-8D5E-EC56-7DCE8A999D15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21">
            <a:extLst>
              <a:ext uri="{FF2B5EF4-FFF2-40B4-BE49-F238E27FC236}">
                <a16:creationId xmlns:a16="http://schemas.microsoft.com/office/drawing/2014/main" id="{E94223D1-4307-B27D-BA3E-393B5731E11F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22">
            <a:extLst>
              <a:ext uri="{FF2B5EF4-FFF2-40B4-BE49-F238E27FC236}">
                <a16:creationId xmlns:a16="http://schemas.microsoft.com/office/drawing/2014/main" id="{CEB7F983-32DD-F72B-6607-7D8F6A93B6AF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BCE9A8-405C-C961-9B41-0BF4DD59DA15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AB6F01-6B35-3217-0130-4CBA0000FA3B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23">
            <a:extLst>
              <a:ext uri="{FF2B5EF4-FFF2-40B4-BE49-F238E27FC236}">
                <a16:creationId xmlns:a16="http://schemas.microsoft.com/office/drawing/2014/main" id="{DC6E754B-7C2B-10EB-ABF4-074621C7FCE1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24">
            <a:extLst>
              <a:ext uri="{FF2B5EF4-FFF2-40B4-BE49-F238E27FC236}">
                <a16:creationId xmlns:a16="http://schemas.microsoft.com/office/drawing/2014/main" id="{12E5E7CC-D775-6F56-7612-4AFC2913408B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70CCF-5DED-3C05-D214-14379B9504CF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D58F19-E556-2015-6EB6-E34A37C7C879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D7CFD-7641-A371-E31F-754424AAF56B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9641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5">
            <a:extLst>
              <a:ext uri="{FF2B5EF4-FFF2-40B4-BE49-F238E27FC236}">
                <a16:creationId xmlns:a16="http://schemas.microsoft.com/office/drawing/2014/main" id="{3E9E8D32-FF05-CD2A-0E61-5DDEEC5734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6">
            <a:extLst>
              <a:ext uri="{FF2B5EF4-FFF2-40B4-BE49-F238E27FC236}">
                <a16:creationId xmlns:a16="http://schemas.microsoft.com/office/drawing/2014/main" id="{4E36D5EF-4ADB-A7C4-EC9A-EE75FEB295F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C655B-194A-3BE3-BA11-5DDA1A25CFD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3F787-E350-034F-233B-391AC48EC14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BB6D98-CC9A-7499-6797-ED4F7FEA6D1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20B728-3EED-DF3E-81BA-921A6B50E8D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27">
            <a:extLst>
              <a:ext uri="{FF2B5EF4-FFF2-40B4-BE49-F238E27FC236}">
                <a16:creationId xmlns:a16="http://schemas.microsoft.com/office/drawing/2014/main" id="{AAD0ED5A-40F4-F75C-DB6E-68402B65BA4B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B6D69-4729-5DDB-65FE-C57141544A27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07845-142E-B1A7-15F8-EB4D62A3AE07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28">
            <a:extLst>
              <a:ext uri="{FF2B5EF4-FFF2-40B4-BE49-F238E27FC236}">
                <a16:creationId xmlns:a16="http://schemas.microsoft.com/office/drawing/2014/main" id="{9F8B8B5E-AE06-C590-DB4A-C3091AA62AF1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C7461-D704-82A1-6CC5-8FD23B10C22D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0740F7-1D47-EA01-443A-256F2C554CC5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9EE9D7-988A-85A1-E519-88A6C55CFF0C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29CA1E-8920-2D55-2D16-28A7CBD067C5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98BF0D-7270-A05C-3DBF-62AA484165C7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0877BD-C3C9-2A21-8824-D9A6D8362130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5783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9">
            <a:extLst>
              <a:ext uri="{FF2B5EF4-FFF2-40B4-BE49-F238E27FC236}">
                <a16:creationId xmlns:a16="http://schemas.microsoft.com/office/drawing/2014/main" id="{9564D083-A1E4-9E0A-BB49-2F12D9C117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0">
            <a:extLst>
              <a:ext uri="{FF2B5EF4-FFF2-40B4-BE49-F238E27FC236}">
                <a16:creationId xmlns:a16="http://schemas.microsoft.com/office/drawing/2014/main" id="{B6FE7A51-87CA-F4D2-610B-112C433F743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48401-F8F7-65C5-37D7-93688D14758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BAE57-FD30-E751-E6B3-BC8FA738608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611A41-A2A0-1A20-968D-62C6D54E501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6529FB3-B973-6139-B3DA-C5A2DA6A650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31">
            <a:extLst>
              <a:ext uri="{FF2B5EF4-FFF2-40B4-BE49-F238E27FC236}">
                <a16:creationId xmlns:a16="http://schemas.microsoft.com/office/drawing/2014/main" id="{123F14F3-209E-D9F8-F345-A32EB5DB6EC7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16A18-9EC0-85F2-759B-92F2DCD8208B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9C5A3-F45F-713E-48C8-4853E1325172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CE75F-4CCB-FFB3-A462-01376B5E3689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32">
            <a:extLst>
              <a:ext uri="{FF2B5EF4-FFF2-40B4-BE49-F238E27FC236}">
                <a16:creationId xmlns:a16="http://schemas.microsoft.com/office/drawing/2014/main" id="{D4A09810-3D07-5F50-5BCE-2FD533FF7BC0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BF931-0606-EB74-A4D6-EBB99F09D888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4F222D-B9F5-73A7-A4CC-23655F468311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927F09-5DB0-18A6-9070-77EDF77164AA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33">
            <a:extLst>
              <a:ext uri="{FF2B5EF4-FFF2-40B4-BE49-F238E27FC236}">
                <a16:creationId xmlns:a16="http://schemas.microsoft.com/office/drawing/2014/main" id="{5FC36A49-6437-9F12-4BB5-57449E762488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E83439-003A-93D4-82D3-7976A10B5716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0090F2-4186-4246-FFE4-0C6BF391139E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993E35-B1EC-956E-9451-481A10C0D44D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34">
            <a:extLst>
              <a:ext uri="{FF2B5EF4-FFF2-40B4-BE49-F238E27FC236}">
                <a16:creationId xmlns:a16="http://schemas.microsoft.com/office/drawing/2014/main" id="{5BA90B47-6837-D437-2C4C-C621D5E013A4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80AB24-69C6-85C9-A1E7-2CDC3CA1DB08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DD2812-B70B-77AD-BAE6-F77268AD1C85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284B23-F4C8-6F51-6940-42F3AF0F4F23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35">
            <a:extLst>
              <a:ext uri="{FF2B5EF4-FFF2-40B4-BE49-F238E27FC236}">
                <a16:creationId xmlns:a16="http://schemas.microsoft.com/office/drawing/2014/main" id="{C9DD22DC-09CD-ADC3-0010-03BA223D6BBC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1C2C34-F765-2D63-058B-27901507AC97}"/>
              </a:ext>
            </a:extLst>
          </p:cNvPr>
          <p:cNvSpPr txBox="1"/>
          <p:nvPr/>
        </p:nvSpPr>
        <p:spPr>
          <a:xfrm>
            <a:off x="8559800" y="5032136"/>
            <a:ext cx="25527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 head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8816D5-28FE-5BAA-DF08-6B6E88C77B5D}"/>
              </a:ext>
            </a:extLst>
          </p:cNvPr>
          <p:cNvSpPr txBox="1"/>
          <p:nvPr/>
        </p:nvSpPr>
        <p:spPr>
          <a:xfrm>
            <a:off x="990600" y="53596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משותף לשתי המשימות, עם פלט נפרד לכל משימה.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23996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6">
            <a:extLst>
              <a:ext uri="{FF2B5EF4-FFF2-40B4-BE49-F238E27FC236}">
                <a16:creationId xmlns:a16="http://schemas.microsoft.com/office/drawing/2014/main" id="{9129B9DA-F2DD-2F89-4942-2708AA451F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7">
            <a:extLst>
              <a:ext uri="{FF2B5EF4-FFF2-40B4-BE49-F238E27FC236}">
                <a16:creationId xmlns:a16="http://schemas.microsoft.com/office/drawing/2014/main" id="{18D35757-9F2F-97EE-74D3-5D4990BECB0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E9948-9CF5-B0A8-E9A8-E8B16FAA225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F7635-BD3D-4C2A-392C-B6F247D170C6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092762-D8CF-778A-3F20-C4941AD3166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A2DF2D-FCC7-657A-13DA-FCE329E9E27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38">
            <a:extLst>
              <a:ext uri="{FF2B5EF4-FFF2-40B4-BE49-F238E27FC236}">
                <a16:creationId xmlns:a16="http://schemas.microsoft.com/office/drawing/2014/main" id="{10C95565-9D62-A261-A212-9839D6B22D47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3562E5-C7B2-CB69-A7EE-8C01E3B37E3A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2BA3AF-AD51-56B6-B103-64741CE500A1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39">
            <a:extLst>
              <a:ext uri="{FF2B5EF4-FFF2-40B4-BE49-F238E27FC236}">
                <a16:creationId xmlns:a16="http://schemas.microsoft.com/office/drawing/2014/main" id="{141DD103-FE71-723B-D163-543EF2ACD6DB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7D299-51EA-C5D9-D5EB-5B63171C4E15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6970C7-D4F9-88F2-AFE9-5426F497AAAB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40">
            <a:extLst>
              <a:ext uri="{FF2B5EF4-FFF2-40B4-BE49-F238E27FC236}">
                <a16:creationId xmlns:a16="http://schemas.microsoft.com/office/drawing/2014/main" id="{0F0347DF-59BB-CEA4-245E-92B620CB0BE1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5D9A1-B56E-53E7-1742-C9F3151CF563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787089-F378-946D-0B3D-D450910700A7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41">
            <a:extLst>
              <a:ext uri="{FF2B5EF4-FFF2-40B4-BE49-F238E27FC236}">
                <a16:creationId xmlns:a16="http://schemas.microsoft.com/office/drawing/2014/main" id="{0147DC29-98C9-26D0-B3EC-406DF673EA72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382040-F04B-CCEC-51D2-F0F065FF9EDE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73A113-3106-13E8-CD36-79FD41019383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42">
            <a:extLst>
              <a:ext uri="{FF2B5EF4-FFF2-40B4-BE49-F238E27FC236}">
                <a16:creationId xmlns:a16="http://schemas.microsoft.com/office/drawing/2014/main" id="{DD30CF7E-F64C-A143-4AEA-0D387BCE25CD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A11A6D-5592-35F6-6A12-D81DAAE9BEF8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42A4DD-B461-B138-F45E-74FA33C5EE1B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43">
            <a:extLst>
              <a:ext uri="{FF2B5EF4-FFF2-40B4-BE49-F238E27FC236}">
                <a16:creationId xmlns:a16="http://schemas.microsoft.com/office/drawing/2014/main" id="{853B5D41-5DBB-1DC4-2F18-77D6DFBDDB3D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9288BA-F8CD-9A25-1C21-1D404EE86132}"/>
              </a:ext>
            </a:extLst>
          </p:cNvPr>
          <p:cNvSpPr txBox="1"/>
          <p:nvPr/>
        </p:nvSpPr>
        <p:spPr>
          <a:xfrm>
            <a:off x="8001000" y="48670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 embedding</a:t>
            </a:r>
            <a:endParaRPr lang="en-IL" sz="17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93D431-E376-9766-34CD-D3423AFB5181}"/>
              </a:ext>
            </a:extLst>
          </p:cNvPr>
          <p:cNvSpPr txBox="1"/>
          <p:nvPr/>
        </p:nvSpPr>
        <p:spPr>
          <a:xfrm>
            <a:off x="990600" y="52122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53175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4">
            <a:extLst>
              <a:ext uri="{FF2B5EF4-FFF2-40B4-BE49-F238E27FC236}">
                <a16:creationId xmlns:a16="http://schemas.microsoft.com/office/drawing/2014/main" id="{C7EC00A4-85C1-ED31-EF44-039223AF8D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5">
            <a:extLst>
              <a:ext uri="{FF2B5EF4-FFF2-40B4-BE49-F238E27FC236}">
                <a16:creationId xmlns:a16="http://schemas.microsoft.com/office/drawing/2014/main" id="{B7E27233-58F0-9A8A-366D-28B95B0F18C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972DA-A077-D280-7F5B-08E507E7EE7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BE84F3-0E7F-3A2E-9EDA-A14E3357E11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8E5ABE-F649-0533-7A72-942737411B4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D34C46-CF90-FE8A-E328-9F6E0C2D1FB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D9E737-A083-4031-7E87-5DE466297A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46">
            <a:extLst>
              <a:ext uri="{FF2B5EF4-FFF2-40B4-BE49-F238E27FC236}">
                <a16:creationId xmlns:a16="http://schemas.microsoft.com/office/drawing/2014/main" id="{CF31CACA-EFDC-68DD-E075-002AC7B62393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47">
            <a:extLst>
              <a:ext uri="{FF2B5EF4-FFF2-40B4-BE49-F238E27FC236}">
                <a16:creationId xmlns:a16="http://schemas.microsoft.com/office/drawing/2014/main" id="{005E1243-68C9-9FAC-4B95-A6BEAB1DEA47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D67CE8-E63A-C4F6-A835-47006F90C3EB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5FAF8-BC44-DCAF-2420-C91AECEF3844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8C9A9A-E270-A145-EB8D-46129BDA5DFC}"/>
              </a:ext>
            </a:extLst>
          </p:cNvPr>
          <p:cNvSpPr txBox="1"/>
          <p:nvPr/>
        </p:nvSpPr>
        <p:spPr>
          <a:xfrm>
            <a:off x="8343900" y="2908176"/>
            <a:ext cx="31496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3AACD-BB41-7260-852C-1BAD67EF0A4C}"/>
              </a:ext>
            </a:extLst>
          </p:cNvPr>
          <p:cNvSpPr txBox="1"/>
          <p:nvPr/>
        </p:nvSpPr>
        <p:spPr>
          <a:xfrm>
            <a:off x="8343900" y="35023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48">
            <a:extLst>
              <a:ext uri="{FF2B5EF4-FFF2-40B4-BE49-F238E27FC236}">
                <a16:creationId xmlns:a16="http://schemas.microsoft.com/office/drawing/2014/main" id="{F037649A-4A8A-9808-151D-EFC2222DE320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718373-5AF1-9F20-7222-931329C12278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02407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9">
            <a:extLst>
              <a:ext uri="{FF2B5EF4-FFF2-40B4-BE49-F238E27FC236}">
                <a16:creationId xmlns:a16="http://schemas.microsoft.com/office/drawing/2014/main" id="{6C2FD163-16FF-5E2C-1438-C89BF36576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0">
            <a:extLst>
              <a:ext uri="{FF2B5EF4-FFF2-40B4-BE49-F238E27FC236}">
                <a16:creationId xmlns:a16="http://schemas.microsoft.com/office/drawing/2014/main" id="{109B8481-FCE7-6AD1-AED5-53480B24E84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2919F-7DE6-6285-6C6C-9F944F8BBEE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121B8-A832-C894-1469-8194F0192ED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4AE655-8B3B-2934-E0D7-F4357781A4D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F975CC-9B59-8A2B-ADCE-03BCC4E7677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51">
            <a:extLst>
              <a:ext uri="{FF2B5EF4-FFF2-40B4-BE49-F238E27FC236}">
                <a16:creationId xmlns:a16="http://schemas.microsoft.com/office/drawing/2014/main" id="{63125B7A-9604-BD6B-360F-5FC850614812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714773-56CD-CBC5-DE2A-D22FCE7D8D4E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1D0C0F-CF9B-8E18-7CE9-D2952174EDB7}"/>
              </a:ext>
            </a:extLst>
          </p:cNvPr>
          <p:cNvCxnSpPr/>
          <p:nvPr/>
        </p:nvCxnSpPr>
        <p:spPr>
          <a:xfrm flipH="1">
            <a:off x="7683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52">
            <a:extLst>
              <a:ext uri="{FF2B5EF4-FFF2-40B4-BE49-F238E27FC236}">
                <a16:creationId xmlns:a16="http://schemas.microsoft.com/office/drawing/2014/main" id="{C000BBCC-4DBB-C4C2-1405-34E8528B3989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4B2A03-445B-0FF4-8666-C06D871A6464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023846-7FF3-DB3E-353C-422AAF18FA32}"/>
              </a:ext>
            </a:extLst>
          </p:cNvPr>
          <p:cNvCxnSpPr/>
          <p:nvPr/>
        </p:nvCxnSpPr>
        <p:spPr>
          <a:xfrm flipH="1">
            <a:off x="4254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53">
            <a:extLst>
              <a:ext uri="{FF2B5EF4-FFF2-40B4-BE49-F238E27FC236}">
                <a16:creationId xmlns:a16="http://schemas.microsoft.com/office/drawing/2014/main" id="{7F35923B-E0CD-181C-C27A-FC5E11EF5452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3D2D87-E48B-EB3A-4464-270CEA2100D9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98E82-8028-63B2-1E97-A0D06C5C8A2A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ECDDC-42E3-B336-BC5F-C5E1E9BBA8E0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54">
            <a:extLst>
              <a:ext uri="{FF2B5EF4-FFF2-40B4-BE49-F238E27FC236}">
                <a16:creationId xmlns:a16="http://schemas.microsoft.com/office/drawing/2014/main" id="{0EF3038E-3F2F-75B6-2CCA-0A0551E98250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95248-7AB7-FC47-05E0-BFB637C38CEF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22734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5">
            <a:extLst>
              <a:ext uri="{FF2B5EF4-FFF2-40B4-BE49-F238E27FC236}">
                <a16:creationId xmlns:a16="http://schemas.microsoft.com/office/drawing/2014/main" id="{F1FE3C17-4987-7566-E550-C10D92C071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6">
            <a:extLst>
              <a:ext uri="{FF2B5EF4-FFF2-40B4-BE49-F238E27FC236}">
                <a16:creationId xmlns:a16="http://schemas.microsoft.com/office/drawing/2014/main" id="{D6B9524C-351C-6B87-3400-A9CA7F9189B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EE3B3-AB07-D95E-92AD-D792BCF0E4F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7C7E2-CB42-D4C3-D512-F1527BBD30C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F66601-8E73-5DDB-E635-F752A444A6B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04EAA7-6CFE-AD2B-EC8C-FECC3FD8D56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57">
            <a:extLst>
              <a:ext uri="{FF2B5EF4-FFF2-40B4-BE49-F238E27FC236}">
                <a16:creationId xmlns:a16="http://schemas.microsoft.com/office/drawing/2014/main" id="{0DD5EF67-21EC-3197-3CE2-E20B7C292AB4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58">
            <a:extLst>
              <a:ext uri="{FF2B5EF4-FFF2-40B4-BE49-F238E27FC236}">
                <a16:creationId xmlns:a16="http://schemas.microsoft.com/office/drawing/2014/main" id="{1276F10D-63C6-DB95-92FC-54306327E657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B9B77-BE53-0B53-1E2A-25CCEF963A93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360994-77C9-C711-891E-F2799DAF61D8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59">
            <a:extLst>
              <a:ext uri="{FF2B5EF4-FFF2-40B4-BE49-F238E27FC236}">
                <a16:creationId xmlns:a16="http://schemas.microsoft.com/office/drawing/2014/main" id="{2C7F6F32-C76F-6E36-42A5-DB18464DB4D5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60">
            <a:extLst>
              <a:ext uri="{FF2B5EF4-FFF2-40B4-BE49-F238E27FC236}">
                <a16:creationId xmlns:a16="http://schemas.microsoft.com/office/drawing/2014/main" id="{0C90CBB5-3C31-5BD1-4752-BB03B44E7115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0F013B-B528-1D15-A3D3-D4C4D62B4816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CE239E-6578-02E3-0694-089A3CA23D6E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61">
            <a:extLst>
              <a:ext uri="{FF2B5EF4-FFF2-40B4-BE49-F238E27FC236}">
                <a16:creationId xmlns:a16="http://schemas.microsoft.com/office/drawing/2014/main" id="{EF71AC17-5E65-5230-6D58-55A353A5BD86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62">
            <a:extLst>
              <a:ext uri="{FF2B5EF4-FFF2-40B4-BE49-F238E27FC236}">
                <a16:creationId xmlns:a16="http://schemas.microsoft.com/office/drawing/2014/main" id="{7D9720D8-2A0B-2A70-2765-792C6B5E5A2D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AFDF0E-D1B4-5682-602A-5E744CAC366C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5AAD69-DB12-1D9A-A175-8745A66FE5AE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8F112BA-EC79-39A7-8D1B-39058310272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87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3">
            <a:extLst>
              <a:ext uri="{FF2B5EF4-FFF2-40B4-BE49-F238E27FC236}">
                <a16:creationId xmlns:a16="http://schemas.microsoft.com/office/drawing/2014/main" id="{7E2CC30B-17B5-6F42-5FCB-D810B17F71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4">
            <a:extLst>
              <a:ext uri="{FF2B5EF4-FFF2-40B4-BE49-F238E27FC236}">
                <a16:creationId xmlns:a16="http://schemas.microsoft.com/office/drawing/2014/main" id="{5F4C0F83-A35A-C064-E1B4-DDC50568ACB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4CE7D-DDD7-D9A6-AC73-CD4956B2196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3E7C1-C585-D8A4-7C3A-87BE0FF3B7D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76F4F5-8523-7A9C-FD26-60C672C4DCC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42347C-C78E-C179-4B3F-7FAA8E5071C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65">
            <a:extLst>
              <a:ext uri="{FF2B5EF4-FFF2-40B4-BE49-F238E27FC236}">
                <a16:creationId xmlns:a16="http://schemas.microsoft.com/office/drawing/2014/main" id="{7A087407-C947-0DDE-6560-BA5FADC8E013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66">
            <a:extLst>
              <a:ext uri="{FF2B5EF4-FFF2-40B4-BE49-F238E27FC236}">
                <a16:creationId xmlns:a16="http://schemas.microsoft.com/office/drawing/2014/main" id="{ED748BAF-3707-5407-58CF-477370C58304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F367C-3B65-E688-B202-9081EC46955D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D01CB-3D78-E939-7456-6CF61F96F2C2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67">
            <a:extLst>
              <a:ext uri="{FF2B5EF4-FFF2-40B4-BE49-F238E27FC236}">
                <a16:creationId xmlns:a16="http://schemas.microsoft.com/office/drawing/2014/main" id="{DD3B36BE-A312-F270-E610-F579129BBFDF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68">
            <a:extLst>
              <a:ext uri="{FF2B5EF4-FFF2-40B4-BE49-F238E27FC236}">
                <a16:creationId xmlns:a16="http://schemas.microsoft.com/office/drawing/2014/main" id="{A912E152-9576-C759-26F8-B14ABB775A3C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3E3329-AB8C-024E-45B7-B3A80166A5D2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9CE2EB-551C-F84A-35BD-C7026553A329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308549-5AD3-AE70-42E9-4DEA18EF609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8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9">
            <a:extLst>
              <a:ext uri="{FF2B5EF4-FFF2-40B4-BE49-F238E27FC236}">
                <a16:creationId xmlns:a16="http://schemas.microsoft.com/office/drawing/2014/main" id="{6E6D0675-4BCE-4536-A687-06D555FDD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0">
            <a:extLst>
              <a:ext uri="{FF2B5EF4-FFF2-40B4-BE49-F238E27FC236}">
                <a16:creationId xmlns:a16="http://schemas.microsoft.com/office/drawing/2014/main" id="{F7B16D33-4D37-FD89-A963-2EFDE083B99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6B25B-6761-73CB-FBA1-17FC35ED532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406BF-F57F-630E-0B49-C97A6BD8E6B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CC973C-F02B-4E49-068F-D3B73B8AF25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19005A-8CF9-3BA3-0CF5-FE85BAD96E5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F043D-9C4E-3593-1A86-F0651E35ACE3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C609D-F749-E4FB-C5A6-44127F2AC52F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71">
            <a:extLst>
              <a:ext uri="{FF2B5EF4-FFF2-40B4-BE49-F238E27FC236}">
                <a16:creationId xmlns:a16="http://schemas.microsoft.com/office/drawing/2014/main" id="{62A4EB1F-ABDF-95C5-AC55-FCB2DA12C309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72">
            <a:extLst>
              <a:ext uri="{FF2B5EF4-FFF2-40B4-BE49-F238E27FC236}">
                <a16:creationId xmlns:a16="http://schemas.microsoft.com/office/drawing/2014/main" id="{9888AEBF-6F1A-503A-32E8-805EA2CDA5DA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0E4E3-5019-6FB4-B632-66077F41B59C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73">
            <a:extLst>
              <a:ext uri="{FF2B5EF4-FFF2-40B4-BE49-F238E27FC236}">
                <a16:creationId xmlns:a16="http://schemas.microsoft.com/office/drawing/2014/main" id="{C71F6E57-3EE8-BA23-33FF-05DEF21D8C5B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2B6082-9C8F-6903-BCB2-7EA35420AD70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391C8C-CAB7-1C16-7775-70C83C0556E8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74">
            <a:extLst>
              <a:ext uri="{FF2B5EF4-FFF2-40B4-BE49-F238E27FC236}">
                <a16:creationId xmlns:a16="http://schemas.microsoft.com/office/drawing/2014/main" id="{5AD637E2-7FD0-BE11-5BA7-76EFC9860469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13498F-A2F0-5BEE-FF4E-1DCDD192E431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AD627A-7157-898F-31EE-F980B46752A9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75">
            <a:extLst>
              <a:ext uri="{FF2B5EF4-FFF2-40B4-BE49-F238E27FC236}">
                <a16:creationId xmlns:a16="http://schemas.microsoft.com/office/drawing/2014/main" id="{BB4ABBD0-612C-AD46-0EB5-2A383190A31A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70111A-38BB-3A20-61E2-26F7E02ED43B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DD3C85-75AE-45CA-4B3E-7AEF40933038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8C955E-6064-2195-37A5-4A8D144C2D67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5478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6">
            <a:extLst>
              <a:ext uri="{FF2B5EF4-FFF2-40B4-BE49-F238E27FC236}">
                <a16:creationId xmlns:a16="http://schemas.microsoft.com/office/drawing/2014/main" id="{71083D79-5922-719E-A6F5-B2E283FA9C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7">
            <a:extLst>
              <a:ext uri="{FF2B5EF4-FFF2-40B4-BE49-F238E27FC236}">
                <a16:creationId xmlns:a16="http://schemas.microsoft.com/office/drawing/2014/main" id="{C787A3E5-20C1-93EC-E248-BD18EB57656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89989-2577-0085-5A4D-3549912A127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3AC50-F4A7-6A16-52B5-8CF976C5790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BF6DAE-0986-1699-B9D3-39E51DD4141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F54D80-2109-FDA5-1540-1D36BA9D6B1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78">
            <a:extLst>
              <a:ext uri="{FF2B5EF4-FFF2-40B4-BE49-F238E27FC236}">
                <a16:creationId xmlns:a16="http://schemas.microsoft.com/office/drawing/2014/main" id="{AC50E0BC-58D9-F4B1-196B-14E09B8DA787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79">
            <a:extLst>
              <a:ext uri="{FF2B5EF4-FFF2-40B4-BE49-F238E27FC236}">
                <a16:creationId xmlns:a16="http://schemas.microsoft.com/office/drawing/2014/main" id="{7D467CED-166F-CB59-1B08-3CB1A10BD677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84824-986F-BC61-8E78-C6A93C435A19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F77AD6-9765-A6A3-EBB6-07063D4FBB11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0">
            <a:extLst>
              <a:ext uri="{FF2B5EF4-FFF2-40B4-BE49-F238E27FC236}">
                <a16:creationId xmlns:a16="http://schemas.microsoft.com/office/drawing/2014/main" id="{CEF5B338-86CF-79EB-A32A-39D2D867DD37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81">
            <a:extLst>
              <a:ext uri="{FF2B5EF4-FFF2-40B4-BE49-F238E27FC236}">
                <a16:creationId xmlns:a16="http://schemas.microsoft.com/office/drawing/2014/main" id="{9E6AA6AB-3DA4-264B-D8D6-BA90B0166337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F823A-73BB-7560-549B-D3E79508422A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EC8CBA-D035-4EC1-CC73-F72A9E0166F0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82">
            <a:extLst>
              <a:ext uri="{FF2B5EF4-FFF2-40B4-BE49-F238E27FC236}">
                <a16:creationId xmlns:a16="http://schemas.microsoft.com/office/drawing/2014/main" id="{47AA3B00-CE4F-7532-61E8-07FBAF411945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83">
            <a:extLst>
              <a:ext uri="{FF2B5EF4-FFF2-40B4-BE49-F238E27FC236}">
                <a16:creationId xmlns:a16="http://schemas.microsoft.com/office/drawing/2014/main" id="{1EE9F7E5-F11A-1577-C6E2-D0FDFB4C42C6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263543-0CF8-39FD-8D9F-DAD112E218E6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07C9C6-6DEC-6853-6F96-C1F83ED300C7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B989E-32E4-31CD-2BB8-186D7D8633B8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DE980-0DB1-90AC-8629-F55C575D6492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11D730-E922-72FA-E56A-ACC9EC3C1484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34ADEE-5564-0D98-F2DC-A57F76CB02AC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B86F7F-5CD6-BC8E-408A-EDB85956B774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6F4F9-80A1-97BF-49A3-8E010E8BB2C1}"/>
              </a:ext>
            </a:extLst>
          </p:cNvPr>
          <p:cNvSpPr txBox="1"/>
          <p:nvPr/>
        </p:nvSpPr>
        <p:spPr>
          <a:xfrm>
            <a:off x="4699000" y="3891453"/>
            <a:ext cx="56642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 ממנגנון התיוג.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F52950-70ED-2695-0705-07A5C4BC8A9B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271B03-FB09-88D8-C151-B7FB404CCC49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1FB5C8-64A7-5AC5-0FDC-DC19114BCA2B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980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4">
            <a:extLst>
              <a:ext uri="{FF2B5EF4-FFF2-40B4-BE49-F238E27FC236}">
                <a16:creationId xmlns:a16="http://schemas.microsoft.com/office/drawing/2014/main" id="{6DB4FA22-A6D6-60FC-2C02-15C926521D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5">
            <a:extLst>
              <a:ext uri="{FF2B5EF4-FFF2-40B4-BE49-F238E27FC236}">
                <a16:creationId xmlns:a16="http://schemas.microsoft.com/office/drawing/2014/main" id="{CF35B99B-EE4E-7050-40AF-C50278EFA41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E39E2-724C-43C9-65A0-098E3622BD4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B20B1-F778-D12A-0977-27E5897F11C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4827AD-432F-EB60-C6A9-050E20984C9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06E593-A844-7750-9876-BC6DF2070F0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215568-C4C5-5FF0-2DAA-967155F3480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71600"/>
            <a:ext cx="94234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21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6">
            <a:extLst>
              <a:ext uri="{FF2B5EF4-FFF2-40B4-BE49-F238E27FC236}">
                <a16:creationId xmlns:a16="http://schemas.microsoft.com/office/drawing/2014/main" id="{55E80092-52A8-5555-807D-FDAA34AB93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7">
            <a:extLst>
              <a:ext uri="{FF2B5EF4-FFF2-40B4-BE49-F238E27FC236}">
                <a16:creationId xmlns:a16="http://schemas.microsoft.com/office/drawing/2014/main" id="{E47CC6E5-114D-447C-0314-B9515C4A70B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45382-3685-FEFE-280A-62747F8DF56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76EE4-4DC0-41B8-9C70-331B958F303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47DFC-A7D9-645C-06A5-FA6337F6A69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880FBA-B8C4-61D7-9D8E-E917B30104B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E84E7A-8054-17DB-0B08-90E5BFBFD52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33500"/>
            <a:ext cx="94234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38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8">
            <a:extLst>
              <a:ext uri="{FF2B5EF4-FFF2-40B4-BE49-F238E27FC236}">
                <a16:creationId xmlns:a16="http://schemas.microsoft.com/office/drawing/2014/main" id="{359E1C6D-E604-65E5-C18C-1CF0265CE2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9">
            <a:extLst>
              <a:ext uri="{FF2B5EF4-FFF2-40B4-BE49-F238E27FC236}">
                <a16:creationId xmlns:a16="http://schemas.microsoft.com/office/drawing/2014/main" id="{97D3E3D9-2731-55D0-80D6-335CFF0D64C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38AED-050D-D84F-0A44-C18F0CB5E79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06526-EE69-0FEC-1F57-F59403FAE98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C695EB-E96B-55DE-B898-C19160EEA90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4E28B0-7E74-09BA-C04E-BE3BC922F1B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32933-D973-82E0-E30F-2ED28C5E9817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5804E3-FF9D-0334-F8E0-D192C1338CF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82DFF4-6EC1-A5EA-DD9E-169D52F7268C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95C564-F8B3-75A8-3AD6-BBAB96B798C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4043E8-114C-1AB4-98B7-8567A83FB281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540B5E-3E26-5654-E146-D6CBF70E922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90">
            <a:extLst>
              <a:ext uri="{FF2B5EF4-FFF2-40B4-BE49-F238E27FC236}">
                <a16:creationId xmlns:a16="http://schemas.microsoft.com/office/drawing/2014/main" id="{F469590E-12EA-1E7F-2E30-C64B25A80BBE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64D85-534C-B513-5AEC-4A47068946D5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CFE156-E753-8F71-3C19-ACAEB14BAA83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6013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Macintosh PowerPoint</Application>
  <PresentationFormat>Widescreen</PresentationFormat>
  <Paragraphs>202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2026-10-07T17:07:00Z</dcterms:created>
  <dcterms:modified xsi:type="dcterms:W3CDTF">2026-10-07T17:07:19Z</dcterms:modified>
</cp:coreProperties>
</file>