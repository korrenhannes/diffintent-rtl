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BFF9E-C9B7-CE45-B978-04906917735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765C2-4552-7742-82C6-7B17FBC227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79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6414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4876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1318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513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032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018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7493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8717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7991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939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901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399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863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243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4163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1208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765C2-4552-7742-82C6-7B17FBC22721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761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D150-70E6-8853-506F-C2F52F4A4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AC046-3C5A-5228-F6CB-A56978CAA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0F7A-F968-1020-BEC2-5E9C0066B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95A97-0642-E391-FD27-8629E91E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5E32A-616B-CC9F-81E7-FB3B671F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0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9DE-5D06-EB24-53CC-0094D72C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D0053-8573-AD66-EDA7-41C8E3A7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D0691-FE5E-84B7-B41A-49B8B71D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58033-C146-32D0-2A20-90AE2A29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396F8-616C-B7C3-8B13-4505F80C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812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24B6-8257-8B4A-69EC-225D48A9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E65BA-011F-2647-58ED-7FF87AB4B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25526-E13E-F886-2C46-DE404C92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BB93D-CBFF-166E-1DD4-3D94019B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6CCE-150E-CC8B-48BE-B9BFD87C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749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AA9B-58A8-C055-7EC6-AE003372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24354-8F80-D4F9-B77F-62B859753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E9F7F-CDED-85EC-D889-2D476AD89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99377-3FC5-760D-84E1-3CE3F075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76D93-A607-7BA7-15ED-8A0508D5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33D1E-DE72-FBFA-40BA-56A90C67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571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64B0-81E6-5B6F-DE9B-EE9F8A0A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87A1E-713F-20A1-AEE3-9ECA8994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A0377-DA80-E699-3882-79EF00684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E3802-8E68-ACB0-AD45-B425D2935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3A4DC-45E1-D6AD-765C-0A186F63D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7991F-7270-1607-1F47-8A91C673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C6265-E8C9-2B55-7552-3827E2FD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502C1-DAF1-A274-D180-8CE71B5B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128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729F-21E1-B8C5-875A-C6DECFA3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CBF40-EF4D-915F-92F9-C266563B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3D6EB-8E2B-DB98-5708-289B897D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AD707-D439-75B3-DD4A-91415527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53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8E778-773F-DD5D-6F6C-D1A1D259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0EE0B-7BE0-A372-EEB3-95CEC06D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09DBB-C15B-3FE2-9528-0ACE7DF2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135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800-F201-5C7D-C6CB-1C961143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202B4-8EBC-A478-72DF-CEE91147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4997C-134E-1126-9291-6F36E20B4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A91BA-1816-CF84-CA3C-DB31E8FD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4DF85-7B19-DF3F-1C04-FD93EF63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77BFF-D0B7-E9B9-F805-05CFAD5B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426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5325-0DAB-D1B4-BB48-390D9BE1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46DA9-3BC0-983E-7BC0-C18F2D5C18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497CD-3823-D959-3913-CDD9FF15C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34F1B-C305-1347-97AE-C88537E2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8F16C-B14D-3210-5A6B-951C034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158CA-DA60-4183-36E1-AD7960A6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939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2E1D-2699-8084-A2A6-A4A7E17E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0D500-6A8D-F4D1-273A-F78347F3D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5E39-183D-EB9B-65D3-8A80D43F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AA68-B328-2514-9F4F-1E6E430F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6A26D-3636-92CD-DAEB-C409D768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983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FBB94-5C39-A9C7-B4A1-487C2EE10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57888-F86F-3B40-7604-95AE5ED88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9217F-EA04-A836-0A7D-6A3E7C3A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6B06-ADB5-449A-2B37-8EA31B6D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6EC5-6B7C-C67C-7E09-0BC28E53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63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6A26A-E620-9633-8D1E-1997382F4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60250-8DEA-5292-ED33-D975F1E4B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28AE6-6182-05A0-4906-97A96D385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7072F-F2BD-E649-82C4-8075285877EB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3076B-B5C4-85E6-AF58-43E315C5C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C2E9-AB7D-ED85-25E2-FB108485F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C5BB8-26EF-144E-B3CB-618152E858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335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82">
            <a:extLst>
              <a:ext uri="{FF2B5EF4-FFF2-40B4-BE49-F238E27FC236}">
                <a16:creationId xmlns:a16="http://schemas.microsoft.com/office/drawing/2014/main" id="{8C390AC9-8A7D-6E24-191E-2BB9ADA62E77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237D7-623A-F523-FB36-B24E586688D0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F480D-373D-E68D-3C2E-3BEAA4C3DA66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38F1C-BC9D-103E-19EB-F588B16B95A5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278BAE-388F-259A-98AD-1945BD5EFC1F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D4F256-21F9-8699-6553-BA8EECF66BAA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D9EC8-7D48-88DE-136D-E005B2AEF97C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9419A-AF90-E2B1-C1EE-659CCCB88E53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11C6E-8CBB-9837-243F-89638CC88CB3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0436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83">
            <a:extLst>
              <a:ext uri="{FF2B5EF4-FFF2-40B4-BE49-F238E27FC236}">
                <a16:creationId xmlns:a16="http://schemas.microsoft.com/office/drawing/2014/main" id="{07837D2E-1B54-6D2E-C983-3449920B6F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84">
            <a:extLst>
              <a:ext uri="{FF2B5EF4-FFF2-40B4-BE49-F238E27FC236}">
                <a16:creationId xmlns:a16="http://schemas.microsoft.com/office/drawing/2014/main" id="{109DF438-01AD-C2D7-F0FD-F2ED843D9D1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5908B-0CAB-B8CB-E8B9-4712F65C189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C81A1-3BD9-4471-7A59-BE3D9EE9616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9EAAA3-A5F3-A02F-64EB-3BEB861E290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0DCB44-35C4-B34D-EB4A-0A5D72F0F3B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185">
            <a:extLst>
              <a:ext uri="{FF2B5EF4-FFF2-40B4-BE49-F238E27FC236}">
                <a16:creationId xmlns:a16="http://schemas.microsoft.com/office/drawing/2014/main" id="{0CDB94F5-AED8-19DC-B0F7-FCF7D4BD413C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800EE-54CF-AF29-6145-49C5407B2017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186">
            <a:extLst>
              <a:ext uri="{FF2B5EF4-FFF2-40B4-BE49-F238E27FC236}">
                <a16:creationId xmlns:a16="http://schemas.microsoft.com/office/drawing/2014/main" id="{8F9ED7A0-1BD4-CE5A-6DBD-60260751FCF1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1DF93-B2DF-58CA-5583-EC2C5093B1D9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CFFCC-1B39-1124-1448-8C1F4A85C779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CB3DD3-A2FB-AA6A-F057-5DBC8FCED803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F55308-DD4F-E173-FA2A-778D3CB0DE5B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D8FCFB6-073E-938B-1B17-A20F35D84899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CAC205-4F2E-F4C4-1C45-FD25DDADC14B}"/>
              </a:ext>
            </a:extLst>
          </p:cNvPr>
          <p:cNvSpPr txBox="1"/>
          <p:nvPr/>
        </p:nvSpPr>
        <p:spPr>
          <a:xfrm>
            <a:off x="7429500" y="5006736"/>
            <a:ext cx="4064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6F589-60A5-827C-E887-A0D740CA147A}"/>
              </a:ext>
            </a:extLst>
          </p:cNvPr>
          <p:cNvSpPr txBox="1"/>
          <p:nvPr/>
        </p:nvSpPr>
        <p:spPr>
          <a:xfrm>
            <a:off x="7429500" y="5354642"/>
            <a:ext cx="406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109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87">
            <a:extLst>
              <a:ext uri="{FF2B5EF4-FFF2-40B4-BE49-F238E27FC236}">
                <a16:creationId xmlns:a16="http://schemas.microsoft.com/office/drawing/2014/main" id="{FEAE335C-F965-F33B-49AD-9790AD8001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88">
            <a:extLst>
              <a:ext uri="{FF2B5EF4-FFF2-40B4-BE49-F238E27FC236}">
                <a16:creationId xmlns:a16="http://schemas.microsoft.com/office/drawing/2014/main" id="{813B3579-E37C-336D-7D28-39705346AD8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70900-4140-B0FF-4DBA-9C79F950B80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8F89A-5475-E33A-D0AF-B5E33665FB2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C01BE5-23A0-9742-728A-28C01B14211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DB4097-4FBC-BFCF-2BE1-7221A2480CA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189">
            <a:extLst>
              <a:ext uri="{FF2B5EF4-FFF2-40B4-BE49-F238E27FC236}">
                <a16:creationId xmlns:a16="http://schemas.microsoft.com/office/drawing/2014/main" id="{89C80F9C-352E-84AE-6335-086331499119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8976AF-A6C1-850B-4D60-BCA8339E6DD2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3AA52C-284C-EE60-D57E-2AD4F5F8C2CF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434F55-4728-6DDB-53C8-8DDC22194060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90">
            <a:extLst>
              <a:ext uri="{FF2B5EF4-FFF2-40B4-BE49-F238E27FC236}">
                <a16:creationId xmlns:a16="http://schemas.microsoft.com/office/drawing/2014/main" id="{D7DFF095-2D53-EA63-7F66-176A81DEC64E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BBEDA-1B49-70CF-C2F9-2A62CC2309F9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FB67D9-BB66-B621-E533-6AEB17DD2AAE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359C0-CA7F-ABAF-75F0-C362AE9D27F8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2FD56D-F6A0-4633-90B9-10288C59E916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A8FC1F-9CC0-630B-4C65-9EBF138E05A1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14D90-AFA0-628D-29C1-606B91EA3148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25A71-63AF-0C99-2A5B-54D5AFDDBA52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700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91">
            <a:extLst>
              <a:ext uri="{FF2B5EF4-FFF2-40B4-BE49-F238E27FC236}">
                <a16:creationId xmlns:a16="http://schemas.microsoft.com/office/drawing/2014/main" id="{2B3FCD06-D019-AA6D-E6EC-07C6F2BB36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92">
            <a:extLst>
              <a:ext uri="{FF2B5EF4-FFF2-40B4-BE49-F238E27FC236}">
                <a16:creationId xmlns:a16="http://schemas.microsoft.com/office/drawing/2014/main" id="{47B14094-6433-F30A-03C7-6EE51879FCF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52682-BC97-9659-4F71-8E143EA0585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1FF8D-E0E9-F0B5-4EB3-B727C11DA01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112984-F029-5ACA-41AB-751A1528003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B88A45-1EE1-2047-AE1C-4E4D935E27B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193">
            <a:extLst>
              <a:ext uri="{FF2B5EF4-FFF2-40B4-BE49-F238E27FC236}">
                <a16:creationId xmlns:a16="http://schemas.microsoft.com/office/drawing/2014/main" id="{7CA39C8C-6394-53F2-EA2C-1503279691A2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7FE84-64DD-6BC1-DC09-7BCA239A31E2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367062-4971-C60F-2CC3-77A237AF6D89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94">
            <a:extLst>
              <a:ext uri="{FF2B5EF4-FFF2-40B4-BE49-F238E27FC236}">
                <a16:creationId xmlns:a16="http://schemas.microsoft.com/office/drawing/2014/main" id="{F4DA2937-9FC1-E76A-FC8F-7D7DCBEA2F73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6E744-4E19-9EB1-5647-5712DBF6076E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49AD85-DFD6-6D31-C5AB-D38C31BA65E5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95">
            <a:extLst>
              <a:ext uri="{FF2B5EF4-FFF2-40B4-BE49-F238E27FC236}">
                <a16:creationId xmlns:a16="http://schemas.microsoft.com/office/drawing/2014/main" id="{5E7930AC-028D-1FE8-9396-E47E6D91ED96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B0F45-58B0-FBAF-E1EF-58A5FD82199F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19D1D1-26DC-8F73-2313-E9AE7E00DABB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96">
            <a:extLst>
              <a:ext uri="{FF2B5EF4-FFF2-40B4-BE49-F238E27FC236}">
                <a16:creationId xmlns:a16="http://schemas.microsoft.com/office/drawing/2014/main" id="{526C7537-AC0E-5EC6-B329-851B2851CC04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CBA216-4A9A-A472-CFFD-8AE32276BD07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0CF92D-2829-801B-9465-9A15E8E35724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97">
            <a:extLst>
              <a:ext uri="{FF2B5EF4-FFF2-40B4-BE49-F238E27FC236}">
                <a16:creationId xmlns:a16="http://schemas.microsoft.com/office/drawing/2014/main" id="{78C3934C-CFEB-BC9B-AEAD-1BF8BC8B45B3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E82581-C5A0-DF99-C0ED-5AC27ED3C054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0A56C4-BF89-C016-60FD-0BDBDFCD18AE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E014D-466E-2F5D-A611-6329692E3819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8959A6-A045-582E-57A6-1990A07390ED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7CE5BB-1860-1452-DA55-0F7E86A96057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B250D2-F548-71DE-D47B-17C01446178B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ACF132-1B65-3198-4F23-F802A5107B35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198">
            <a:extLst>
              <a:ext uri="{FF2B5EF4-FFF2-40B4-BE49-F238E27FC236}">
                <a16:creationId xmlns:a16="http://schemas.microsoft.com/office/drawing/2014/main" id="{125829BD-B0F9-86F2-1052-1EE2998708E3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DA3A05-14CA-46CD-5B99-40F67A7A8F80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8359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99">
            <a:extLst>
              <a:ext uri="{FF2B5EF4-FFF2-40B4-BE49-F238E27FC236}">
                <a16:creationId xmlns:a16="http://schemas.microsoft.com/office/drawing/2014/main" id="{D7ADB989-60B8-DFFF-B9E4-6DFE2F557E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00">
            <a:extLst>
              <a:ext uri="{FF2B5EF4-FFF2-40B4-BE49-F238E27FC236}">
                <a16:creationId xmlns:a16="http://schemas.microsoft.com/office/drawing/2014/main" id="{71C3A703-D847-CF4F-E4BC-4AD231BD239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ABDA9-8E36-FA24-71A4-CA3A9A05265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A2CAD-4F46-CF45-748B-F4AB68377EF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1D336A-A334-41E6-B304-1569C55C928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597B53-46AA-E15E-737C-35DFEE9A9BB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22AD70-14C0-3FE3-B62A-0D22C5B731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201">
            <a:extLst>
              <a:ext uri="{FF2B5EF4-FFF2-40B4-BE49-F238E27FC236}">
                <a16:creationId xmlns:a16="http://schemas.microsoft.com/office/drawing/2014/main" id="{F938C454-2FFF-282E-7D3B-08C10753E796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202">
            <a:extLst>
              <a:ext uri="{FF2B5EF4-FFF2-40B4-BE49-F238E27FC236}">
                <a16:creationId xmlns:a16="http://schemas.microsoft.com/office/drawing/2014/main" id="{75E19AF6-90AA-E445-989A-CE5952D1BD14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49EC0-54C3-4D20-7516-8D801ECC98E4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FDF28B-C38A-E04A-B451-B22244983F7D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203">
            <a:extLst>
              <a:ext uri="{FF2B5EF4-FFF2-40B4-BE49-F238E27FC236}">
                <a16:creationId xmlns:a16="http://schemas.microsoft.com/office/drawing/2014/main" id="{94D4DDE5-3C04-9A71-4E83-AE0EA6E3D068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204">
            <a:extLst>
              <a:ext uri="{FF2B5EF4-FFF2-40B4-BE49-F238E27FC236}">
                <a16:creationId xmlns:a16="http://schemas.microsoft.com/office/drawing/2014/main" id="{D53C69A3-0740-CB63-B68D-2D1C81E123FD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06CD6-6467-A4AF-7E6C-2EACD4184E7F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AAC58B-5EE1-0D15-2920-94CC8492F4E6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205">
            <a:extLst>
              <a:ext uri="{FF2B5EF4-FFF2-40B4-BE49-F238E27FC236}">
                <a16:creationId xmlns:a16="http://schemas.microsoft.com/office/drawing/2014/main" id="{3754CC33-8CC7-2287-7692-C94BBAB32A3D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206">
            <a:extLst>
              <a:ext uri="{FF2B5EF4-FFF2-40B4-BE49-F238E27FC236}">
                <a16:creationId xmlns:a16="http://schemas.microsoft.com/office/drawing/2014/main" id="{F12D69B4-CDCD-89F0-9DBB-C5B142B8DA69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17F1AF-CB60-3543-3ECA-AFCE491AC58B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7E7E1F-2F49-FD37-A4B9-AC52E72EB725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B4E10B-149C-4801-2267-74FFFBA4924C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5658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07">
            <a:extLst>
              <a:ext uri="{FF2B5EF4-FFF2-40B4-BE49-F238E27FC236}">
                <a16:creationId xmlns:a16="http://schemas.microsoft.com/office/drawing/2014/main" id="{9196FB66-8630-2C25-B83F-4F5D787F5A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08">
            <a:extLst>
              <a:ext uri="{FF2B5EF4-FFF2-40B4-BE49-F238E27FC236}">
                <a16:creationId xmlns:a16="http://schemas.microsoft.com/office/drawing/2014/main" id="{5D823E53-54CF-CA2D-4343-FFB023AAEB7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36A24-9EC8-B6D0-8113-C4C962F0D73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63BE8-A7D2-81A0-4ADC-ABD5BC52E4F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93756F-3390-184F-9E50-F8CB7978B65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4F78AA-CDB2-7054-7348-7E05B75AE39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209">
            <a:extLst>
              <a:ext uri="{FF2B5EF4-FFF2-40B4-BE49-F238E27FC236}">
                <a16:creationId xmlns:a16="http://schemas.microsoft.com/office/drawing/2014/main" id="{239676B8-0571-A332-A90E-63DC7CBCEF7D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D5465-11E0-5A51-041D-14944E255ED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582BF-ACBD-EE04-327F-2BD528C3B52A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210">
            <a:extLst>
              <a:ext uri="{FF2B5EF4-FFF2-40B4-BE49-F238E27FC236}">
                <a16:creationId xmlns:a16="http://schemas.microsoft.com/office/drawing/2014/main" id="{B2F2490F-D679-8C1E-E203-1F7E4B81B300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589A9-59F6-A97F-C56E-F71B102CC64E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9D2E93-5A16-E766-8C15-1EF854E6AEDC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0F792E-1818-7418-633D-FCD044DD4511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835539-CCEF-6CB1-656B-424254329C20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FE7DB-3C66-86B7-F3FA-C3EBC6705C8E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B24A87-55CF-059F-2AE0-FB9C5178E69E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975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11">
            <a:extLst>
              <a:ext uri="{FF2B5EF4-FFF2-40B4-BE49-F238E27FC236}">
                <a16:creationId xmlns:a16="http://schemas.microsoft.com/office/drawing/2014/main" id="{6BD65A95-1EB5-12C5-7254-AA15C1C973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12">
            <a:extLst>
              <a:ext uri="{FF2B5EF4-FFF2-40B4-BE49-F238E27FC236}">
                <a16:creationId xmlns:a16="http://schemas.microsoft.com/office/drawing/2014/main" id="{A949D3F8-B6ED-4DFA-D242-9D13FD5A15E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A952D-2BCE-D539-D0D6-2B18DAE237E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189DA-87D0-D574-CB22-7B862937796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7FE252-86A0-51C7-D722-330B34945AE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95EAC9-2984-A0C0-646A-153B6D191E4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213">
            <a:extLst>
              <a:ext uri="{FF2B5EF4-FFF2-40B4-BE49-F238E27FC236}">
                <a16:creationId xmlns:a16="http://schemas.microsoft.com/office/drawing/2014/main" id="{F5ED1B04-C975-37A5-6B19-3598E4AD75B6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92680-560B-09BB-071F-DAFA41ED60E1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19398-425A-AE8C-A211-702068C8CFAA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4BC8F-551F-1561-4645-1BED557669D9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214">
            <a:extLst>
              <a:ext uri="{FF2B5EF4-FFF2-40B4-BE49-F238E27FC236}">
                <a16:creationId xmlns:a16="http://schemas.microsoft.com/office/drawing/2014/main" id="{8AEA1C69-6338-7E87-6370-9E8975CD2601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41448-38F9-8CD1-2927-CD9D96A108B7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0BF75-0FC8-BC13-ACFB-DEDB85FE627A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A8478-4883-3EAA-EF3A-00ABFB7050A1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215">
            <a:extLst>
              <a:ext uri="{FF2B5EF4-FFF2-40B4-BE49-F238E27FC236}">
                <a16:creationId xmlns:a16="http://schemas.microsoft.com/office/drawing/2014/main" id="{04A612BD-F2C0-3A86-4F39-58025281B170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048F7B-CC80-8CF9-5A44-AD23852F8AAA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04E695-49EF-12DB-C12A-50167F25383C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69876C-5026-1D80-9B4B-3E5F51A3866E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216">
            <a:extLst>
              <a:ext uri="{FF2B5EF4-FFF2-40B4-BE49-F238E27FC236}">
                <a16:creationId xmlns:a16="http://schemas.microsoft.com/office/drawing/2014/main" id="{93602B3B-C2A5-AA12-A79B-C47FC9856F8F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C34A4E-D1F2-3123-F58F-E8A77B38E002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C36738-0B28-48C3-37AF-7C8CCD7B779C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E44AC7-D06B-976C-6038-7025932B43C7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217">
            <a:extLst>
              <a:ext uri="{FF2B5EF4-FFF2-40B4-BE49-F238E27FC236}">
                <a16:creationId xmlns:a16="http://schemas.microsoft.com/office/drawing/2014/main" id="{0F65B836-E419-3E81-21F5-3C532C96032A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824D04-61B7-A7AF-3B68-DB1681427931}"/>
              </a:ext>
            </a:extLst>
          </p:cNvPr>
          <p:cNvSpPr txBox="1"/>
          <p:nvPr/>
        </p:nvSpPr>
        <p:spPr>
          <a:xfrm>
            <a:off x="8559800" y="5032136"/>
            <a:ext cx="25527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 head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C6227D-0806-9547-9AA1-4832429269AF}"/>
              </a:ext>
            </a:extLst>
          </p:cNvPr>
          <p:cNvSpPr txBox="1"/>
          <p:nvPr/>
        </p:nvSpPr>
        <p:spPr>
          <a:xfrm>
            <a:off x="990600" y="53596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משותף לשתי המשימות,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7206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18">
            <a:extLst>
              <a:ext uri="{FF2B5EF4-FFF2-40B4-BE49-F238E27FC236}">
                <a16:creationId xmlns:a16="http://schemas.microsoft.com/office/drawing/2014/main" id="{D061CB5D-C85C-50A8-8238-CA8B1840BA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19">
            <a:extLst>
              <a:ext uri="{FF2B5EF4-FFF2-40B4-BE49-F238E27FC236}">
                <a16:creationId xmlns:a16="http://schemas.microsoft.com/office/drawing/2014/main" id="{8D87887A-E522-A486-D714-7EBD0E6229D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F2019-5E90-BF83-FDF7-BB80A052119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3F15F-B774-71DB-1DD7-D0F251DA9D3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A40B73-F1B9-0E2F-854B-9DA37869D93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B87C9-2F02-38C7-8A1C-7F04DC94AB8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220">
            <a:extLst>
              <a:ext uri="{FF2B5EF4-FFF2-40B4-BE49-F238E27FC236}">
                <a16:creationId xmlns:a16="http://schemas.microsoft.com/office/drawing/2014/main" id="{9771600A-3347-A3B0-567F-0B5DA12824B9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C6836-DFB8-F714-F480-787A9CF791A5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A72CD3-9548-237D-27A3-77424D57400A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221">
            <a:extLst>
              <a:ext uri="{FF2B5EF4-FFF2-40B4-BE49-F238E27FC236}">
                <a16:creationId xmlns:a16="http://schemas.microsoft.com/office/drawing/2014/main" id="{B4C09128-08AF-7D3D-3B66-43E85842855C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4F5A63-9F15-2B38-A2D0-7B9D5C7173A4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803C41-D4AF-591B-B0DB-5A9F06F8EE8D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222">
            <a:extLst>
              <a:ext uri="{FF2B5EF4-FFF2-40B4-BE49-F238E27FC236}">
                <a16:creationId xmlns:a16="http://schemas.microsoft.com/office/drawing/2014/main" id="{6A90592C-A51C-19BA-066A-BF1C4777F277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283B29-1155-B82F-7A1A-636307B0D3C0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B5B736-28B7-A148-8A9B-E907A682B3C7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223">
            <a:extLst>
              <a:ext uri="{FF2B5EF4-FFF2-40B4-BE49-F238E27FC236}">
                <a16:creationId xmlns:a16="http://schemas.microsoft.com/office/drawing/2014/main" id="{3DC30864-75FB-EF4B-86C3-A85CC832C54E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A02A48-AFCC-CE16-7DF1-7AB875BF96D6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CFA932-EFCC-4F70-8D35-162B8F51DB19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224">
            <a:extLst>
              <a:ext uri="{FF2B5EF4-FFF2-40B4-BE49-F238E27FC236}">
                <a16:creationId xmlns:a16="http://schemas.microsoft.com/office/drawing/2014/main" id="{C87DBCD0-1290-02CA-F25D-9E789FDD14A4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085F81-987F-0B2C-14CB-0E6029BC2998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B6B386-F8FB-FA20-1462-A5F9B3F14F9F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225">
            <a:extLst>
              <a:ext uri="{FF2B5EF4-FFF2-40B4-BE49-F238E27FC236}">
                <a16:creationId xmlns:a16="http://schemas.microsoft.com/office/drawing/2014/main" id="{42049486-3133-B03A-B129-FD8A9D359005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C1180-25F1-7D1C-2EFD-3E9ABC51C021}"/>
              </a:ext>
            </a:extLst>
          </p:cNvPr>
          <p:cNvSpPr txBox="1"/>
          <p:nvPr/>
        </p:nvSpPr>
        <p:spPr>
          <a:xfrm>
            <a:off x="8001000" y="48670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 embedding</a:t>
            </a:r>
            <a:endParaRPr lang="en-IL" sz="17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AB959-0860-F374-F566-C70C917D98FB}"/>
              </a:ext>
            </a:extLst>
          </p:cNvPr>
          <p:cNvSpPr txBox="1"/>
          <p:nvPr/>
        </p:nvSpPr>
        <p:spPr>
          <a:xfrm>
            <a:off x="990600" y="52122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0631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26">
            <a:extLst>
              <a:ext uri="{FF2B5EF4-FFF2-40B4-BE49-F238E27FC236}">
                <a16:creationId xmlns:a16="http://schemas.microsoft.com/office/drawing/2014/main" id="{305EC5FA-5BB1-C296-7263-702A9078EC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27">
            <a:extLst>
              <a:ext uri="{FF2B5EF4-FFF2-40B4-BE49-F238E27FC236}">
                <a16:creationId xmlns:a16="http://schemas.microsoft.com/office/drawing/2014/main" id="{EECF8E3E-F7CA-7281-1635-CF4B40A8A17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B868FB-3186-BBC6-2C60-93DFD2E7F2B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44CAF-7224-543C-6FC1-62A8EEA5A79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FC052B-DB6D-0021-78FE-46A6CE365A4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8D1D39-C291-8D77-5508-721C6294624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F9E404-5C90-3884-C997-0976BAF9FE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228">
            <a:extLst>
              <a:ext uri="{FF2B5EF4-FFF2-40B4-BE49-F238E27FC236}">
                <a16:creationId xmlns:a16="http://schemas.microsoft.com/office/drawing/2014/main" id="{F1FEE257-AAF3-6921-A071-1F29A94BD325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229">
            <a:extLst>
              <a:ext uri="{FF2B5EF4-FFF2-40B4-BE49-F238E27FC236}">
                <a16:creationId xmlns:a16="http://schemas.microsoft.com/office/drawing/2014/main" id="{EF6152CC-619B-E25E-3DB5-66B15384533C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786B5-36D0-8F3C-8F6F-315EF8A3B689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8BFBF8-7355-C838-83C0-2BAC7DF97D8F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9B506-005C-B933-12D2-FFF858FC6498}"/>
              </a:ext>
            </a:extLst>
          </p:cNvPr>
          <p:cNvSpPr txBox="1"/>
          <p:nvPr/>
        </p:nvSpPr>
        <p:spPr>
          <a:xfrm>
            <a:off x="8343900" y="2908176"/>
            <a:ext cx="31496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7F103-372A-C126-2B1E-D6864C1C6E97}"/>
              </a:ext>
            </a:extLst>
          </p:cNvPr>
          <p:cNvSpPr txBox="1"/>
          <p:nvPr/>
        </p:nvSpPr>
        <p:spPr>
          <a:xfrm>
            <a:off x="8343900" y="35023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230">
            <a:extLst>
              <a:ext uri="{FF2B5EF4-FFF2-40B4-BE49-F238E27FC236}">
                <a16:creationId xmlns:a16="http://schemas.microsoft.com/office/drawing/2014/main" id="{701827C7-0545-9114-7B6E-FDDC757EBD87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928873-DC8E-2D60-7C27-044E8BCCC9CD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458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31">
            <a:extLst>
              <a:ext uri="{FF2B5EF4-FFF2-40B4-BE49-F238E27FC236}">
                <a16:creationId xmlns:a16="http://schemas.microsoft.com/office/drawing/2014/main" id="{5E44BFD0-5EF8-1BAC-DAB9-A62B734C8A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32">
            <a:extLst>
              <a:ext uri="{FF2B5EF4-FFF2-40B4-BE49-F238E27FC236}">
                <a16:creationId xmlns:a16="http://schemas.microsoft.com/office/drawing/2014/main" id="{634FA901-6705-DBAF-1847-640CE37D762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E2B94-76BD-DF7B-0F52-8D455970A2C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84A64-12A3-EB8F-C13E-3021C82CD7C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C6BA5F-30D6-89F2-F763-04E2CE9C1F7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0F42A0-F2D5-2B96-7640-BCB29BB16E3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233">
            <a:extLst>
              <a:ext uri="{FF2B5EF4-FFF2-40B4-BE49-F238E27FC236}">
                <a16:creationId xmlns:a16="http://schemas.microsoft.com/office/drawing/2014/main" id="{A786EB6A-ACC2-F7F8-7E48-687F727EA8CD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EFA3F-1670-6021-0CA9-CA893E02B271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1FCA18-A660-1ECF-68BE-9A52C5290868}"/>
              </a:ext>
            </a:extLst>
          </p:cNvPr>
          <p:cNvCxnSpPr/>
          <p:nvPr/>
        </p:nvCxnSpPr>
        <p:spPr>
          <a:xfrm flipH="1">
            <a:off x="768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234">
            <a:extLst>
              <a:ext uri="{FF2B5EF4-FFF2-40B4-BE49-F238E27FC236}">
                <a16:creationId xmlns:a16="http://schemas.microsoft.com/office/drawing/2014/main" id="{3E2BD057-5EE3-6D00-AF51-0175C5DB6D52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CD50B-D6A6-BC13-040F-E04D8EA42063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D5379C-D4EC-6B44-79C9-4956298F84BB}"/>
              </a:ext>
            </a:extLst>
          </p:cNvPr>
          <p:cNvCxnSpPr/>
          <p:nvPr/>
        </p:nvCxnSpPr>
        <p:spPr>
          <a:xfrm flipH="1">
            <a:off x="4254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235">
            <a:extLst>
              <a:ext uri="{FF2B5EF4-FFF2-40B4-BE49-F238E27FC236}">
                <a16:creationId xmlns:a16="http://schemas.microsoft.com/office/drawing/2014/main" id="{8A4B7F49-56D9-466E-1DF4-F4D0893876DB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1C62F1-2722-A1C6-536F-9F0574B8EEAF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1E19C-6164-A3B0-D629-FEADB6079A2A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267326-E930-CD9D-2E8C-492E3EF6E2F3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236">
            <a:extLst>
              <a:ext uri="{FF2B5EF4-FFF2-40B4-BE49-F238E27FC236}">
                <a16:creationId xmlns:a16="http://schemas.microsoft.com/office/drawing/2014/main" id="{BF944EE3-4290-C175-2CB3-AF46E00641F1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57042-840E-9679-A23A-19946D3A7EA0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15658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37">
            <a:extLst>
              <a:ext uri="{FF2B5EF4-FFF2-40B4-BE49-F238E27FC236}">
                <a16:creationId xmlns:a16="http://schemas.microsoft.com/office/drawing/2014/main" id="{4A85D582-F7A2-B88E-9A0E-F6DD6C9BC8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38">
            <a:extLst>
              <a:ext uri="{FF2B5EF4-FFF2-40B4-BE49-F238E27FC236}">
                <a16:creationId xmlns:a16="http://schemas.microsoft.com/office/drawing/2014/main" id="{D24B7AC7-094C-5CBA-3B1A-4240F62ADE1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BCBD1-4021-C536-234B-9C9543FCC29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C1CCF-CA8C-1E83-1F76-293ED9CE9F8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61E12B-9279-0B13-18A2-056A516C735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4F4554-6729-71DD-1604-DE753A47C0F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239">
            <a:extLst>
              <a:ext uri="{FF2B5EF4-FFF2-40B4-BE49-F238E27FC236}">
                <a16:creationId xmlns:a16="http://schemas.microsoft.com/office/drawing/2014/main" id="{81689051-9F93-72D4-E78A-68A686391593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240">
            <a:extLst>
              <a:ext uri="{FF2B5EF4-FFF2-40B4-BE49-F238E27FC236}">
                <a16:creationId xmlns:a16="http://schemas.microsoft.com/office/drawing/2014/main" id="{EE8A711A-3460-D338-2248-998CA87C645E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53919-B072-6DEC-0C8A-85C0957C0493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D2A34-AD14-B043-9866-3A54BF025A8E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241">
            <a:extLst>
              <a:ext uri="{FF2B5EF4-FFF2-40B4-BE49-F238E27FC236}">
                <a16:creationId xmlns:a16="http://schemas.microsoft.com/office/drawing/2014/main" id="{C8FA84CB-A7DD-A1B5-C3BB-63128993F401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242">
            <a:extLst>
              <a:ext uri="{FF2B5EF4-FFF2-40B4-BE49-F238E27FC236}">
                <a16:creationId xmlns:a16="http://schemas.microsoft.com/office/drawing/2014/main" id="{A02EE726-9CD3-E940-E995-E5265604BF2A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EE151E-8D94-0E0A-7E23-D62EF774D774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9F081-A865-46C7-E7C4-354DE7372D46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243">
            <a:extLst>
              <a:ext uri="{FF2B5EF4-FFF2-40B4-BE49-F238E27FC236}">
                <a16:creationId xmlns:a16="http://schemas.microsoft.com/office/drawing/2014/main" id="{4E29C111-A834-8E58-9875-68E0FBAD9B36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244">
            <a:extLst>
              <a:ext uri="{FF2B5EF4-FFF2-40B4-BE49-F238E27FC236}">
                <a16:creationId xmlns:a16="http://schemas.microsoft.com/office/drawing/2014/main" id="{9AED23D3-A3C3-F0B0-B2DF-FA0A5CE7A103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667E14-C4CF-9317-6E0D-22D49DDDD75A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3AA5A-12D3-6238-A120-502115B4F349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ED7F54-412C-8314-D9C6-3B006F61F44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74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45">
            <a:extLst>
              <a:ext uri="{FF2B5EF4-FFF2-40B4-BE49-F238E27FC236}">
                <a16:creationId xmlns:a16="http://schemas.microsoft.com/office/drawing/2014/main" id="{CD5DA3CF-7644-8174-6333-F1684B6958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46">
            <a:extLst>
              <a:ext uri="{FF2B5EF4-FFF2-40B4-BE49-F238E27FC236}">
                <a16:creationId xmlns:a16="http://schemas.microsoft.com/office/drawing/2014/main" id="{6515F47D-E13F-19EA-86CC-F344BAA6993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F7C5C-CBC0-B929-188B-85DE10BE9A9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2ACDF-EDDC-652C-2DB1-5587C911954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6688BF-D2E1-B31D-984C-3FED46F9533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F3BC51-6C55-33D7-812A-190FA54C414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247">
            <a:extLst>
              <a:ext uri="{FF2B5EF4-FFF2-40B4-BE49-F238E27FC236}">
                <a16:creationId xmlns:a16="http://schemas.microsoft.com/office/drawing/2014/main" id="{B112DEDF-3B7B-7F9F-EBB5-7B974B32779B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248">
            <a:extLst>
              <a:ext uri="{FF2B5EF4-FFF2-40B4-BE49-F238E27FC236}">
                <a16:creationId xmlns:a16="http://schemas.microsoft.com/office/drawing/2014/main" id="{A87F4FFE-1D7D-7506-718C-D3D189F26461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B9174-1A0A-481D-CFB4-96559893D5E8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EE207-2A40-9292-F143-45AF23D16C57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249">
            <a:extLst>
              <a:ext uri="{FF2B5EF4-FFF2-40B4-BE49-F238E27FC236}">
                <a16:creationId xmlns:a16="http://schemas.microsoft.com/office/drawing/2014/main" id="{3CF5F74E-D8FB-1B7B-1A87-49BAFC3324AB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250">
            <a:extLst>
              <a:ext uri="{FF2B5EF4-FFF2-40B4-BE49-F238E27FC236}">
                <a16:creationId xmlns:a16="http://schemas.microsoft.com/office/drawing/2014/main" id="{363727C0-3251-4D26-97F6-E883F39CDB8D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B5101C-DED3-9E04-B794-1F90EE5E02D4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9FB4EA-6F89-FB58-EF4B-AC88EAFFEFB9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46FAB0-678E-CA01-D012-F849E893108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68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51">
            <a:extLst>
              <a:ext uri="{FF2B5EF4-FFF2-40B4-BE49-F238E27FC236}">
                <a16:creationId xmlns:a16="http://schemas.microsoft.com/office/drawing/2014/main" id="{E39D83C2-5442-A75F-0DDE-C933146C17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52">
            <a:extLst>
              <a:ext uri="{FF2B5EF4-FFF2-40B4-BE49-F238E27FC236}">
                <a16:creationId xmlns:a16="http://schemas.microsoft.com/office/drawing/2014/main" id="{343163E3-BBA0-2AC4-E33C-261C4184F40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1DAE6-9234-B823-D554-5A336B8845D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2B50C-C699-45EA-06A7-FA8B1D086EE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BFCCB4-673A-FCE4-AFD1-F826323E25B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AC1209-7C9B-73C8-523D-DDEA33E9684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C2AB4-E0C0-ACA9-D42F-52CAD1EA87CC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9B64A-BF84-C775-4D21-B8D71701F22A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253">
            <a:extLst>
              <a:ext uri="{FF2B5EF4-FFF2-40B4-BE49-F238E27FC236}">
                <a16:creationId xmlns:a16="http://schemas.microsoft.com/office/drawing/2014/main" id="{61A705DC-C67E-CBBE-1DCF-3DF6E27343C0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254">
            <a:extLst>
              <a:ext uri="{FF2B5EF4-FFF2-40B4-BE49-F238E27FC236}">
                <a16:creationId xmlns:a16="http://schemas.microsoft.com/office/drawing/2014/main" id="{D6661F07-261C-5CB8-65D0-3D2126C2D76B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E5968D-BEDB-2434-E370-4691DF0D4AA5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255">
            <a:extLst>
              <a:ext uri="{FF2B5EF4-FFF2-40B4-BE49-F238E27FC236}">
                <a16:creationId xmlns:a16="http://schemas.microsoft.com/office/drawing/2014/main" id="{CD62BF43-3E87-B299-19F2-8B44CC60BF29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B52615-ECDC-3CBB-471C-2DDD4353B3DA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3DCE1-F1F9-3927-5242-D52AD78C4DA7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256">
            <a:extLst>
              <a:ext uri="{FF2B5EF4-FFF2-40B4-BE49-F238E27FC236}">
                <a16:creationId xmlns:a16="http://schemas.microsoft.com/office/drawing/2014/main" id="{379ADC13-6776-0767-CCF6-2BD401DEBC35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F626D5-F1E1-633C-B4FD-0FA7DF3BE9E9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24249-7388-4C23-77D2-BDA92827F212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257">
            <a:extLst>
              <a:ext uri="{FF2B5EF4-FFF2-40B4-BE49-F238E27FC236}">
                <a16:creationId xmlns:a16="http://schemas.microsoft.com/office/drawing/2014/main" id="{1C33C209-3341-8B8B-3401-CD89E715E9E7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A693FB-1857-93C2-5634-8779ECD142BF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D94616-A72A-1607-3633-E2FB7C06CC32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CDD0B9-E488-64C4-31EB-83D5FD39D81B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12293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58">
            <a:extLst>
              <a:ext uri="{FF2B5EF4-FFF2-40B4-BE49-F238E27FC236}">
                <a16:creationId xmlns:a16="http://schemas.microsoft.com/office/drawing/2014/main" id="{6AAB14CB-0EF8-E27C-182F-690837344D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59">
            <a:extLst>
              <a:ext uri="{FF2B5EF4-FFF2-40B4-BE49-F238E27FC236}">
                <a16:creationId xmlns:a16="http://schemas.microsoft.com/office/drawing/2014/main" id="{6AD3581D-B7C0-3A8B-C21A-145FCC4A4D7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FC809-CE8D-58D7-616E-58800D8E8D6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200DB-C9AC-8B60-9848-8CB4C861B21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0FB141-72BB-2DE5-074C-51A714589A9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0146F2-4AE4-DD70-1E8F-AF0022400BE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260">
            <a:extLst>
              <a:ext uri="{FF2B5EF4-FFF2-40B4-BE49-F238E27FC236}">
                <a16:creationId xmlns:a16="http://schemas.microsoft.com/office/drawing/2014/main" id="{FC037070-9364-A667-5F7F-3AAABF8CCB99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261">
            <a:extLst>
              <a:ext uri="{FF2B5EF4-FFF2-40B4-BE49-F238E27FC236}">
                <a16:creationId xmlns:a16="http://schemas.microsoft.com/office/drawing/2014/main" id="{DC21F3B8-F778-A28C-EA5F-A403164DB1FE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25AD0-FB32-F331-741C-40E656DBD415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2CDA0-3CD6-121A-E196-E1928AAEDC54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262">
            <a:extLst>
              <a:ext uri="{FF2B5EF4-FFF2-40B4-BE49-F238E27FC236}">
                <a16:creationId xmlns:a16="http://schemas.microsoft.com/office/drawing/2014/main" id="{A9A32AB6-0443-2B83-40D2-6A7296348BED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263">
            <a:extLst>
              <a:ext uri="{FF2B5EF4-FFF2-40B4-BE49-F238E27FC236}">
                <a16:creationId xmlns:a16="http://schemas.microsoft.com/office/drawing/2014/main" id="{6E32AEAF-95F3-E6A8-1AB2-F88272C00A53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5791F1-A669-F4E0-9DBF-45BE6C781A1A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446119-6466-4200-B503-D2C248A2853E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264">
            <a:extLst>
              <a:ext uri="{FF2B5EF4-FFF2-40B4-BE49-F238E27FC236}">
                <a16:creationId xmlns:a16="http://schemas.microsoft.com/office/drawing/2014/main" id="{8DA4C066-FF35-31ED-ECBF-4E519EC4435F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265">
            <a:extLst>
              <a:ext uri="{FF2B5EF4-FFF2-40B4-BE49-F238E27FC236}">
                <a16:creationId xmlns:a16="http://schemas.microsoft.com/office/drawing/2014/main" id="{A530490B-9493-E5FE-C977-82A4A4E668F5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FDF9D6-DB3E-3BA7-6F91-87A7C9ECEA96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EF8E8-6AB7-A78B-9701-956F20DCF6B4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B67992-D337-DEBE-4204-26C889C0A3AC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04DD7-D983-AF0D-0263-50E9234C0731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45FD6-C62F-4C12-75FD-82E8245009D5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1B2AB-1AAB-A1C4-E26D-F11B6181C622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8DD95E-9A80-88D7-1476-5F5E0231CF9D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243FAF-9B89-F1B9-E066-FD4517E181EA}"/>
              </a:ext>
            </a:extLst>
          </p:cNvPr>
          <p:cNvSpPr txBox="1"/>
          <p:nvPr/>
        </p:nvSpPr>
        <p:spPr>
          <a:xfrm>
            <a:off x="4699000" y="3891453"/>
            <a:ext cx="5664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 ממנגנון התיוג.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63F5F5-FD84-9772-786C-0386ED5E8901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FC0678-E9CE-0D2B-1DFA-EAC539C428F8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F62FE5-3179-35A4-41D9-34D5638C8405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6994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66">
            <a:extLst>
              <a:ext uri="{FF2B5EF4-FFF2-40B4-BE49-F238E27FC236}">
                <a16:creationId xmlns:a16="http://schemas.microsoft.com/office/drawing/2014/main" id="{500FF6AE-E73D-1642-1FF5-5B69F28A3A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67">
            <a:extLst>
              <a:ext uri="{FF2B5EF4-FFF2-40B4-BE49-F238E27FC236}">
                <a16:creationId xmlns:a16="http://schemas.microsoft.com/office/drawing/2014/main" id="{B2C304C2-A42D-2223-B4FD-78AD2A963C3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615AF-2B3D-750C-C07E-5EE285A70DC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5F938-5753-105A-F918-2CF57B57701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D2D8DE-02E0-6321-19CE-F26D21E67B4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DF91F2-46B2-0573-5DE6-F306771074E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AA5363-0C9E-80AA-A3E6-ECF470DAAE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F019D4-DBFD-D61B-B966-E655A784E68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86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68">
            <a:extLst>
              <a:ext uri="{FF2B5EF4-FFF2-40B4-BE49-F238E27FC236}">
                <a16:creationId xmlns:a16="http://schemas.microsoft.com/office/drawing/2014/main" id="{58219EA4-CE34-96AA-95D8-C33295BD38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69">
            <a:extLst>
              <a:ext uri="{FF2B5EF4-FFF2-40B4-BE49-F238E27FC236}">
                <a16:creationId xmlns:a16="http://schemas.microsoft.com/office/drawing/2014/main" id="{0AF09717-09A7-4038-50CC-E9DC5B811CB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4A5ED-8A8B-03EF-038C-F90B3CB4871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EEFCB-E5C7-E0DB-4274-1ED654107D2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DECC0-8CD0-2CB2-9F86-6F6791AA314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7A1391-44CD-1183-25EF-FD4EAE21607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80BDC5-48E6-5800-9501-DE00F2D4D37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7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270">
            <a:extLst>
              <a:ext uri="{FF2B5EF4-FFF2-40B4-BE49-F238E27FC236}">
                <a16:creationId xmlns:a16="http://schemas.microsoft.com/office/drawing/2014/main" id="{D171B537-1BEF-A519-EBFF-A168C5EB4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271">
            <a:extLst>
              <a:ext uri="{FF2B5EF4-FFF2-40B4-BE49-F238E27FC236}">
                <a16:creationId xmlns:a16="http://schemas.microsoft.com/office/drawing/2014/main" id="{BDD1283E-664C-1831-5051-4D1E3460674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28ECD-6087-8A0B-BC23-D31AE0F176F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E08F4-CA26-B04E-5243-D8B99234996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D323E7-AE32-4835-328B-CA2F19BC7B9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85C9C8-0481-0E3F-4DEC-975A84FE27E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67EFE0-83AD-A8F7-9F79-00300961685F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7936A8-C498-F406-EAD0-FDCCEDAA16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DB7E2F-416A-6F59-24AD-11DC7CA52702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81C327-3953-8188-D558-B4615CAB490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8A2436-D7A7-A205-2E26-F58A71945489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D45A5C-BAC5-AE78-43B5-CDA9B5E7098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272">
            <a:extLst>
              <a:ext uri="{FF2B5EF4-FFF2-40B4-BE49-F238E27FC236}">
                <a16:creationId xmlns:a16="http://schemas.microsoft.com/office/drawing/2014/main" id="{9E3C62B4-B807-D800-8F19-54944081B67B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31F27D-604E-8683-C39A-9CA233A6D9A5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11065D-0971-0DF4-0AE2-DE272192B008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075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Macintosh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2026-10-07T17:10:04Z</dcterms:created>
  <dcterms:modified xsi:type="dcterms:W3CDTF">2026-10-07T17:10:20Z</dcterms:modified>
</cp:coreProperties>
</file>