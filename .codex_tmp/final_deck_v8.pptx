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D9D80-DC75-C641-9855-657F45D96B0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E1A70-E09C-CE4C-AFAD-3E2E210CC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269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3310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2186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8472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7167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8257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5999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8599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31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1840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7070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048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7390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3273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8548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5480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8174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E1A70-E09C-CE4C-AFAD-3E2E210CCA6D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611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7FB0-800B-FB17-295C-B5C8CD1AF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5FDF5-1991-2748-E553-E95CFF808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B79AE-A378-6DD5-C7CA-590A2564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73A7E-F364-BCDF-9F32-78E3F0C5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FB54D-ABA2-4718-A6F3-7957DC4C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227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CBCC-B0B6-FCFB-ADE1-678EF41D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7B7F3-F22D-44B4-85B5-DE0DF0AD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01797-1DDF-195C-6ABC-C5821E2E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A5A0B-83EE-6A5B-F825-0019C852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C2AE0-86C8-4E6D-F94C-3B876D8B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442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255C-EB46-DF6B-D443-E9A89683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42DA-F29F-4B7E-8720-FBC6EF8A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0F5A2-6B10-35B4-697D-22476DB2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B04C6-A253-1984-05CA-06CC483E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3DC51-D4C8-9A23-185B-3D8A1545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33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7EA0-27E7-3C24-CE28-8D274A45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A325-E23E-3517-3C97-9B625C28C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A21A9-14B0-1C3B-1FBE-8713CA57E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4FF4C-3A27-6E90-456A-78FAFC131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9F7E1-7738-378F-7280-9F70DBDF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19E76-82C4-2A49-6AAA-1F0CE500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068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262E-4568-84FF-64D4-A08FE427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B512F-C8C3-C12C-0817-24FCB820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8B33D-6BFE-1B3F-1218-1C4B2B40A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690FE-8EBD-4166-EFE7-FFB77C3C0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DB695-DC77-15D4-D3BE-025329E2B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9B090-2216-6CFD-E29B-D588765E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402D6-69F3-1664-FF44-3B15E597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5F0C2-DF79-851B-23DE-92EED399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727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64A5-6081-C049-02C8-6C92C18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E7EE-2D35-928A-8FA5-B5220199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8862C-DA36-3C9F-DDB9-7648239B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F132D-D40C-6C81-5AC9-7DD67331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073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EE902-6975-B8D7-7C06-4579A076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4C2F0-CBC9-B070-FE21-3A0FC912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EF185-976D-1C7E-666E-0BF310D0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723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90B5-F5FD-4630-C00D-6B60D374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396D-2F44-3668-2263-2125EBE9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D484F-A0B0-D4E1-EA8A-DBB8F9742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F3EDA-4612-4E2A-78C7-761CBAF4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2C5E7-3384-999C-700E-7E3D9DD8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3563-57D6-7715-EB29-0F61826C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65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7A7B-5E2F-BE84-702E-0B502DFB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12814-1469-F04A-0892-F740712F2A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6AE53-9B27-946E-6631-1B70761FF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E84B8-17F5-BF15-53A0-59DE787D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AA493-C380-704C-2C0C-4B7155AF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369D5-8D6F-790A-F5D9-4BD48F96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15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66C9-27CE-C0CA-ADF7-58F319EF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C4444-5557-520B-81E1-0AA7335C7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55A54-1A03-8FDF-CF93-789B235D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3A743-4C92-8C2A-159C-AB59B8BF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F0CCE-B926-1429-2BE7-603D8BDE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002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C2BCE-3565-941B-3FC7-6B34F222B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E16C6-96FD-DEFB-011E-D9BED3E39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BD7D-882B-2DB7-D47B-78974077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8882-6AF9-A37A-C0A7-5E89DE26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83F2-9EB3-A8CF-3CD5-04FF150A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310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2DD75-95B1-7CFA-3B81-A57081C9A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E219C-A650-D742-049C-CE7B03085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7B1D9-A4F6-F16A-F1D4-FD32F1665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D2592-9FF1-2647-87E5-56BCA7CD3C5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B96A-4500-6E18-07CE-BB58E22CA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3303-6D30-3D8E-C0BA-781E6B981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25000-3806-874C-A7F5-0B0064E73D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411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73">
            <a:extLst>
              <a:ext uri="{FF2B5EF4-FFF2-40B4-BE49-F238E27FC236}">
                <a16:creationId xmlns:a16="http://schemas.microsoft.com/office/drawing/2014/main" id="{96110C98-11F8-283E-F327-1A5137A675A2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C7738-533C-C679-569C-B402726D89E2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2DD1B-D000-19BD-C225-C5EE7830D640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74243-E6E4-C55C-3DB2-B81C868BBA8A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2A2A-9BAA-23D0-54EF-2A802345AF35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1580F9-D1FA-13F1-E1C8-51955BD10BDC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D7C01-80BF-B443-57B2-173171B484B0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525AF-EBA8-3B6F-9698-0261222C962A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6CCA7-6280-6131-47E8-F52CCB428B62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9485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74">
            <a:extLst>
              <a:ext uri="{FF2B5EF4-FFF2-40B4-BE49-F238E27FC236}">
                <a16:creationId xmlns:a16="http://schemas.microsoft.com/office/drawing/2014/main" id="{8C76F0F0-DB6A-CE44-BAF0-AF3CC60BB5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75">
            <a:extLst>
              <a:ext uri="{FF2B5EF4-FFF2-40B4-BE49-F238E27FC236}">
                <a16:creationId xmlns:a16="http://schemas.microsoft.com/office/drawing/2014/main" id="{F277436E-30E4-C462-1F6C-FF07FF3AC60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6567B-D782-3DB3-EEDC-D2D568275E7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1C606-E9F2-5279-6AC0-BA50B8D583F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DF3673-3CBF-F436-1718-41A40645DA4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AD50D7-110A-C2E5-336F-60445272A61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276">
            <a:extLst>
              <a:ext uri="{FF2B5EF4-FFF2-40B4-BE49-F238E27FC236}">
                <a16:creationId xmlns:a16="http://schemas.microsoft.com/office/drawing/2014/main" id="{F8FFE278-5435-1CE4-A821-69E910034DA1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1169F-76C7-9412-B925-D4ACF2BE4B49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277">
            <a:extLst>
              <a:ext uri="{FF2B5EF4-FFF2-40B4-BE49-F238E27FC236}">
                <a16:creationId xmlns:a16="http://schemas.microsoft.com/office/drawing/2014/main" id="{C6ABD536-C8F2-C01C-F123-4AC8A193685F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23DCB-9D5D-AEE6-1C9A-9C657556FEEE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3E586-33F6-A046-34E3-C53495A704F5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C5B30-83D4-E1CC-3E73-5472AC01719F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92B424-DE11-E7EC-4D4C-6B2A1D6466FE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2CDB75-7299-1AAA-74D0-5E4491FC410C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6DE11-44DB-6966-9C85-B93E33AA0769}"/>
              </a:ext>
            </a:extLst>
          </p:cNvPr>
          <p:cNvSpPr txBox="1"/>
          <p:nvPr/>
        </p:nvSpPr>
        <p:spPr>
          <a:xfrm>
            <a:off x="7429500" y="5006736"/>
            <a:ext cx="4064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53443-46AF-072B-4556-9150C14EB973}"/>
              </a:ext>
            </a:extLst>
          </p:cNvPr>
          <p:cNvSpPr txBox="1"/>
          <p:nvPr/>
        </p:nvSpPr>
        <p:spPr>
          <a:xfrm>
            <a:off x="7429500" y="53546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7302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78">
            <a:extLst>
              <a:ext uri="{FF2B5EF4-FFF2-40B4-BE49-F238E27FC236}">
                <a16:creationId xmlns:a16="http://schemas.microsoft.com/office/drawing/2014/main" id="{5AEED589-C2A0-B375-6B58-3B6E759EC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79">
            <a:extLst>
              <a:ext uri="{FF2B5EF4-FFF2-40B4-BE49-F238E27FC236}">
                <a16:creationId xmlns:a16="http://schemas.microsoft.com/office/drawing/2014/main" id="{397E2CA8-5104-F71B-8BBF-CE381BCA0E1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673FF-5541-7156-F1EE-D7DDA9FB426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9E2EA-E723-253C-05BD-20233830AC1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DC9DA8-6688-F148-E0A9-5114165CD9D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7C08D0-80E4-AA23-6FFA-D36DA4DDCBE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280">
            <a:extLst>
              <a:ext uri="{FF2B5EF4-FFF2-40B4-BE49-F238E27FC236}">
                <a16:creationId xmlns:a16="http://schemas.microsoft.com/office/drawing/2014/main" id="{C296A5DB-8087-C4FE-9A64-9089F2A5A9F8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E432A-330F-86DA-E515-52E4B35EFCCB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A1115-DA55-246F-5339-B72D0DA7C964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D16138-EC94-EEF8-CFBF-60B14B291D46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281">
            <a:extLst>
              <a:ext uri="{FF2B5EF4-FFF2-40B4-BE49-F238E27FC236}">
                <a16:creationId xmlns:a16="http://schemas.microsoft.com/office/drawing/2014/main" id="{3ED3FB65-DE74-C7B1-466F-E15B86CEA107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8CC160-F395-464C-CBFF-3A3F83E9904D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D7747-55E8-5778-18B6-167E967BBB9E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93694-5D79-C81B-5767-01DF465885E0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8A40BD-76A1-F5BD-5D47-970E67251B40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E6A222-B9A7-5AF8-E325-7C666A37A300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8CAA8-F9DC-AC44-B37D-5DEC82CD2E09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6F926-89F4-B2B6-DE8F-B7BAD187AB15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6357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82">
            <a:extLst>
              <a:ext uri="{FF2B5EF4-FFF2-40B4-BE49-F238E27FC236}">
                <a16:creationId xmlns:a16="http://schemas.microsoft.com/office/drawing/2014/main" id="{7527861F-93D7-7D83-E734-1AF11219F6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83">
            <a:extLst>
              <a:ext uri="{FF2B5EF4-FFF2-40B4-BE49-F238E27FC236}">
                <a16:creationId xmlns:a16="http://schemas.microsoft.com/office/drawing/2014/main" id="{B1F40142-1698-A480-4471-56504D7A83C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2B520-C3FB-3384-E706-0C82828A449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B47B9-758B-0A56-A49F-B510704FACF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66242A-903B-FA54-401A-547A8E30F94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B33373-79C1-AE93-3F7B-2E348DF3C13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284">
            <a:extLst>
              <a:ext uri="{FF2B5EF4-FFF2-40B4-BE49-F238E27FC236}">
                <a16:creationId xmlns:a16="http://schemas.microsoft.com/office/drawing/2014/main" id="{739420D5-80F1-76CE-C3A2-7CBADC1D97AB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2B729-6185-AAF1-E99F-450F3DEA59DE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4261E2-110B-AC24-F3DF-3C19CB95348A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285">
            <a:extLst>
              <a:ext uri="{FF2B5EF4-FFF2-40B4-BE49-F238E27FC236}">
                <a16:creationId xmlns:a16="http://schemas.microsoft.com/office/drawing/2014/main" id="{8D2D4059-540E-B881-BAA8-581660FA1487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80E6C-CA5A-B477-F533-11AA00C79388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A5515F-5C26-FF91-9470-A8045C80E11F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286">
            <a:extLst>
              <a:ext uri="{FF2B5EF4-FFF2-40B4-BE49-F238E27FC236}">
                <a16:creationId xmlns:a16="http://schemas.microsoft.com/office/drawing/2014/main" id="{25CC6EBF-E60F-D0CF-240D-2D56C2C61DA9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E6CD9-F6E7-960E-A2F4-62A4D51FA398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64A075-F4C8-ACAB-D42A-04B14E9F4998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287">
            <a:extLst>
              <a:ext uri="{FF2B5EF4-FFF2-40B4-BE49-F238E27FC236}">
                <a16:creationId xmlns:a16="http://schemas.microsoft.com/office/drawing/2014/main" id="{D3262B2F-1665-44CA-EF46-FE0BAE87EB81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11D0B-A221-7DF4-742C-1BB28C36E958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E42B76-EF20-D834-97B8-6342168EF89B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288">
            <a:extLst>
              <a:ext uri="{FF2B5EF4-FFF2-40B4-BE49-F238E27FC236}">
                <a16:creationId xmlns:a16="http://schemas.microsoft.com/office/drawing/2014/main" id="{86C312CD-7455-AA8D-ED5E-36BF5038B1AE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7C577-FFD1-2E90-AA5F-526EA1C88182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CAECA7-0DCA-2B8C-5128-CE9FDC24A7EB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4ACDC-B9FB-2965-1DC2-8459470DEBF2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2C7C46-ADF7-2163-61D6-A6845D44DF5E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FE2BEC-FFFD-5587-E175-6F74053546DB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3D44C-E6ED-A295-3D3A-C4F1A8913113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E17FF-7192-8A07-2AC4-4140DF7F9768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289">
            <a:extLst>
              <a:ext uri="{FF2B5EF4-FFF2-40B4-BE49-F238E27FC236}">
                <a16:creationId xmlns:a16="http://schemas.microsoft.com/office/drawing/2014/main" id="{1AA9ECD5-2FF6-A721-2B25-0D49E6F502A3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3C318-F855-CD1C-6BC9-BB09B54B1835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199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90">
            <a:extLst>
              <a:ext uri="{FF2B5EF4-FFF2-40B4-BE49-F238E27FC236}">
                <a16:creationId xmlns:a16="http://schemas.microsoft.com/office/drawing/2014/main" id="{E00A35F7-51B8-18B2-AFC4-D4813D8865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91">
            <a:extLst>
              <a:ext uri="{FF2B5EF4-FFF2-40B4-BE49-F238E27FC236}">
                <a16:creationId xmlns:a16="http://schemas.microsoft.com/office/drawing/2014/main" id="{511AE36C-9DD1-82EC-5283-8F4D12DF9C2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D8C83-A430-1D5B-B308-FF993CA5B6B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3C808-E91C-6E71-3FBC-5A70A3515F3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03A8F3-4665-6B52-1B1E-1105D3CE70B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EC8F26-DA45-7836-5872-89A42812489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F5FCD5-8BD4-69A0-FED7-CB94FE72744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292">
            <a:extLst>
              <a:ext uri="{FF2B5EF4-FFF2-40B4-BE49-F238E27FC236}">
                <a16:creationId xmlns:a16="http://schemas.microsoft.com/office/drawing/2014/main" id="{46733952-089B-FA36-B449-A06BB7A0A1A1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293">
            <a:extLst>
              <a:ext uri="{FF2B5EF4-FFF2-40B4-BE49-F238E27FC236}">
                <a16:creationId xmlns:a16="http://schemas.microsoft.com/office/drawing/2014/main" id="{E7ECB2A0-1C2E-04B0-9DCA-EAE5FF34E36D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01E60-0F15-8209-AD0D-60361F3361C1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0FDC2B-AB00-D8B0-AC94-E9FED0096926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294">
            <a:extLst>
              <a:ext uri="{FF2B5EF4-FFF2-40B4-BE49-F238E27FC236}">
                <a16:creationId xmlns:a16="http://schemas.microsoft.com/office/drawing/2014/main" id="{2C8A1AC7-1C26-34CB-DE05-FBD750783261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295">
            <a:extLst>
              <a:ext uri="{FF2B5EF4-FFF2-40B4-BE49-F238E27FC236}">
                <a16:creationId xmlns:a16="http://schemas.microsoft.com/office/drawing/2014/main" id="{BF3DDD3E-C669-5A6C-D973-5A4F922B3635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F77CF-3A43-9C37-0541-A68D83652F7C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93A10-AA28-D2BD-A19C-FA509F3FB5E3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296">
            <a:extLst>
              <a:ext uri="{FF2B5EF4-FFF2-40B4-BE49-F238E27FC236}">
                <a16:creationId xmlns:a16="http://schemas.microsoft.com/office/drawing/2014/main" id="{56344B00-E49E-99F0-5E47-64F90B06FE57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297">
            <a:extLst>
              <a:ext uri="{FF2B5EF4-FFF2-40B4-BE49-F238E27FC236}">
                <a16:creationId xmlns:a16="http://schemas.microsoft.com/office/drawing/2014/main" id="{164850A2-9DB2-D8C5-5B67-506041A00E2F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63C271-B2FE-9FA8-A34E-82D5428C0E0E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2A036-FD4E-CB36-3164-F4FF046AE758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2442C8-167E-F36A-C660-ECA29C559DF5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9376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98">
            <a:extLst>
              <a:ext uri="{FF2B5EF4-FFF2-40B4-BE49-F238E27FC236}">
                <a16:creationId xmlns:a16="http://schemas.microsoft.com/office/drawing/2014/main" id="{EBB253FF-4A6C-61D1-6776-E1F9DE7245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99">
            <a:extLst>
              <a:ext uri="{FF2B5EF4-FFF2-40B4-BE49-F238E27FC236}">
                <a16:creationId xmlns:a16="http://schemas.microsoft.com/office/drawing/2014/main" id="{53871446-74E1-2A64-739E-D505850EE5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7961A-B4A3-7C07-6A62-46F10472E90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76855-C6CD-0A0A-6A4F-0A7678F8CF8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3E8193-6B2D-794E-A4DB-D94E8BA1BA2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39A058-6A84-575F-4887-09E55B355C1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300">
            <a:extLst>
              <a:ext uri="{FF2B5EF4-FFF2-40B4-BE49-F238E27FC236}">
                <a16:creationId xmlns:a16="http://schemas.microsoft.com/office/drawing/2014/main" id="{C10705B3-857E-A858-3394-97DBFDA2C850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09D9F7-B2B3-BD02-1884-D9F12C1026BE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8D33B-7A10-F3B7-708E-4E86415DB449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301">
            <a:extLst>
              <a:ext uri="{FF2B5EF4-FFF2-40B4-BE49-F238E27FC236}">
                <a16:creationId xmlns:a16="http://schemas.microsoft.com/office/drawing/2014/main" id="{62E85E1B-2563-2BE1-9B1E-756EA75CB232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6E6BF-545F-9510-5CAE-B9781973658B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2E8DB-CB7F-621A-88BB-B6846FCFFDDC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91ECA4-B5A7-EFCD-565D-3A9941BEA4E1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65221B-1704-4B88-64C0-D6274248ACAD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AAB054-CA63-BD30-E7A7-9B2ED1AE4910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A94F3-4296-9C0F-F292-419918878128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6580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02">
            <a:extLst>
              <a:ext uri="{FF2B5EF4-FFF2-40B4-BE49-F238E27FC236}">
                <a16:creationId xmlns:a16="http://schemas.microsoft.com/office/drawing/2014/main" id="{E7001D40-565D-5FD8-EBFA-5BF16907F2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03">
            <a:extLst>
              <a:ext uri="{FF2B5EF4-FFF2-40B4-BE49-F238E27FC236}">
                <a16:creationId xmlns:a16="http://schemas.microsoft.com/office/drawing/2014/main" id="{A54D34DB-9773-7942-5C1B-3725C86C8C0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8FD20-89DE-A54B-8100-77A0F55F5E1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009C3-32A1-0DFA-E1C0-BE455B59328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0D152B-A253-E0DF-54A6-F7C32A7A2E9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75D547-6C48-CC8C-9CC8-2C0CDA8A1A4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304">
            <a:extLst>
              <a:ext uri="{FF2B5EF4-FFF2-40B4-BE49-F238E27FC236}">
                <a16:creationId xmlns:a16="http://schemas.microsoft.com/office/drawing/2014/main" id="{0192FDC3-0CCD-3F43-828F-8AA74F94D92E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2F2C7-7D68-431E-F523-CE02A0D8D56B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4E6AA-825E-EFBC-4DE0-ED3FCE15C867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13C93-E1D8-F204-21FC-047E8821F172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05">
            <a:extLst>
              <a:ext uri="{FF2B5EF4-FFF2-40B4-BE49-F238E27FC236}">
                <a16:creationId xmlns:a16="http://schemas.microsoft.com/office/drawing/2014/main" id="{13B89559-DBF9-4C69-7EF0-4CF8D58AF2FA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3503F-A6C2-10F2-47BF-2F468DD4FAC7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CCD1E-7896-2552-39D4-2ADD872E766E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5D89A-E97B-E860-1057-0FFAD555BFE1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06">
            <a:extLst>
              <a:ext uri="{FF2B5EF4-FFF2-40B4-BE49-F238E27FC236}">
                <a16:creationId xmlns:a16="http://schemas.microsoft.com/office/drawing/2014/main" id="{879147A6-0253-0637-3412-8522E66BADCB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84A244-2CBE-D1BF-F4D4-9A179EAE8ABC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C7EA9-CBDD-1F05-FD7C-79604D0F9771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94B307-3059-6769-C29F-0FD99513B3B1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307">
            <a:extLst>
              <a:ext uri="{FF2B5EF4-FFF2-40B4-BE49-F238E27FC236}">
                <a16:creationId xmlns:a16="http://schemas.microsoft.com/office/drawing/2014/main" id="{7374130F-7A2B-0FF1-66D7-D848108DEAF4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BC449-1D3C-434F-7B6C-97731F0458A4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DFBD4F-2BB5-443D-8E53-63C41414AE92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700BE4-1CE9-75F3-A6A9-E53B61A9AEFB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308">
            <a:extLst>
              <a:ext uri="{FF2B5EF4-FFF2-40B4-BE49-F238E27FC236}">
                <a16:creationId xmlns:a16="http://schemas.microsoft.com/office/drawing/2014/main" id="{8E147060-818B-F915-F5F1-8FD501B5508D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44779A-4C7D-BBBC-E6AD-575442DC19A7}"/>
              </a:ext>
            </a:extLst>
          </p:cNvPr>
          <p:cNvSpPr txBox="1"/>
          <p:nvPr/>
        </p:nvSpPr>
        <p:spPr>
          <a:xfrm>
            <a:off x="8559800" y="5032136"/>
            <a:ext cx="25527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91A7A8-01D7-C481-DDD8-6E79955BD297}"/>
              </a:ext>
            </a:extLst>
          </p:cNvPr>
          <p:cNvSpPr txBox="1"/>
          <p:nvPr/>
        </p:nvSpPr>
        <p:spPr>
          <a:xfrm>
            <a:off x="990600" y="53596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משותף לשתי המשימות,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545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09">
            <a:extLst>
              <a:ext uri="{FF2B5EF4-FFF2-40B4-BE49-F238E27FC236}">
                <a16:creationId xmlns:a16="http://schemas.microsoft.com/office/drawing/2014/main" id="{DA90E0DA-925C-CC6F-9925-4AA21B84E6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10">
            <a:extLst>
              <a:ext uri="{FF2B5EF4-FFF2-40B4-BE49-F238E27FC236}">
                <a16:creationId xmlns:a16="http://schemas.microsoft.com/office/drawing/2014/main" id="{F0C3412F-869C-0701-F3D7-A0F757DCD6A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ECC04-1C77-CF2E-6EC7-5A441D362F0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CECB3-1226-DDF2-63AF-5B88883BC3F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5D85FE-EF31-58EA-8BF1-C171B281799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43DD75-7873-89B2-660E-5F9BD21233C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311">
            <a:extLst>
              <a:ext uri="{FF2B5EF4-FFF2-40B4-BE49-F238E27FC236}">
                <a16:creationId xmlns:a16="http://schemas.microsoft.com/office/drawing/2014/main" id="{A54A08E2-14E9-18AE-AC3A-9F0EC63FCC9C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E6E6C-AF3F-AF2E-759B-6DD6EE6028F3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D503C3-4D5E-3B6E-1382-35ACB2655A8B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312">
            <a:extLst>
              <a:ext uri="{FF2B5EF4-FFF2-40B4-BE49-F238E27FC236}">
                <a16:creationId xmlns:a16="http://schemas.microsoft.com/office/drawing/2014/main" id="{62A6B271-3D73-DDAF-2249-1FFC184A8982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87927-6C37-77A3-F276-B8A3158553F8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728BD6-B1D0-9D01-371E-AE0C62AC4C8A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313">
            <a:extLst>
              <a:ext uri="{FF2B5EF4-FFF2-40B4-BE49-F238E27FC236}">
                <a16:creationId xmlns:a16="http://schemas.microsoft.com/office/drawing/2014/main" id="{22263660-D89C-200F-E6EC-347058CF1055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7343E1-E4E1-6521-AC5B-979EE634B5D2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436EFE-25B9-CC77-302B-75BEF9A955D5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314">
            <a:extLst>
              <a:ext uri="{FF2B5EF4-FFF2-40B4-BE49-F238E27FC236}">
                <a16:creationId xmlns:a16="http://schemas.microsoft.com/office/drawing/2014/main" id="{75E72D44-FD80-B716-5268-BCBEA7DE6FC5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68AFD-790C-32C3-6017-E8E20C8689E6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41C9DF-F81F-556E-E678-26B2DBE32291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315">
            <a:extLst>
              <a:ext uri="{FF2B5EF4-FFF2-40B4-BE49-F238E27FC236}">
                <a16:creationId xmlns:a16="http://schemas.microsoft.com/office/drawing/2014/main" id="{4E22721A-5B45-24F5-5595-3F492E53E4B2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9A16EF-05D4-E2B4-65BD-1CF4FEFD1844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7CB81C-F744-03D6-0D02-B7C746F5C208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316">
            <a:extLst>
              <a:ext uri="{FF2B5EF4-FFF2-40B4-BE49-F238E27FC236}">
                <a16:creationId xmlns:a16="http://schemas.microsoft.com/office/drawing/2014/main" id="{1E5416E6-A69B-6C6D-F850-DEF5F54E8408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A6D6D-1EC6-10A4-06B9-D02026CAF5A8}"/>
              </a:ext>
            </a:extLst>
          </p:cNvPr>
          <p:cNvSpPr txBox="1"/>
          <p:nvPr/>
        </p:nvSpPr>
        <p:spPr>
          <a:xfrm>
            <a:off x="8001000" y="48670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</a:t>
            </a:r>
            <a:endParaRPr lang="en-IL" sz="17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A97B72-1142-578E-D5C0-8EC575342264}"/>
              </a:ext>
            </a:extLst>
          </p:cNvPr>
          <p:cNvSpPr txBox="1"/>
          <p:nvPr/>
        </p:nvSpPr>
        <p:spPr>
          <a:xfrm>
            <a:off x="990600" y="52122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964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17">
            <a:extLst>
              <a:ext uri="{FF2B5EF4-FFF2-40B4-BE49-F238E27FC236}">
                <a16:creationId xmlns:a16="http://schemas.microsoft.com/office/drawing/2014/main" id="{FD90EF2C-D6B2-0A39-9E93-756056BE9A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18">
            <a:extLst>
              <a:ext uri="{FF2B5EF4-FFF2-40B4-BE49-F238E27FC236}">
                <a16:creationId xmlns:a16="http://schemas.microsoft.com/office/drawing/2014/main" id="{FCC67F1E-4FA5-DD05-1E33-A1C049CD90E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0B2AB-83BC-43BC-D41C-981E2983A01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DFD92-7778-613B-792D-07950BD151A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5197BF-37F0-77DA-63A4-2A5205FD3B4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D9EE51-9873-61E6-AD75-49036AAEDAE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80D51C-1B04-42C0-BF62-4655353B3F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319">
            <a:extLst>
              <a:ext uri="{FF2B5EF4-FFF2-40B4-BE49-F238E27FC236}">
                <a16:creationId xmlns:a16="http://schemas.microsoft.com/office/drawing/2014/main" id="{04B9DCFF-7585-7C16-BD67-F86E14FA7E53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320">
            <a:extLst>
              <a:ext uri="{FF2B5EF4-FFF2-40B4-BE49-F238E27FC236}">
                <a16:creationId xmlns:a16="http://schemas.microsoft.com/office/drawing/2014/main" id="{DC763164-213D-0DB1-316D-A185FAD1F01E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A71E3-C959-278B-737F-F549314C74D3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B2E52-99AD-FA73-2A9E-85D18E85686D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03B36-E749-FFF0-E98A-815D4B1DDF47}"/>
              </a:ext>
            </a:extLst>
          </p:cNvPr>
          <p:cNvSpPr txBox="1"/>
          <p:nvPr/>
        </p:nvSpPr>
        <p:spPr>
          <a:xfrm>
            <a:off x="8343900" y="2908176"/>
            <a:ext cx="31496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F21FD8-A47D-F610-DA81-147A16932990}"/>
              </a:ext>
            </a:extLst>
          </p:cNvPr>
          <p:cNvSpPr txBox="1"/>
          <p:nvPr/>
        </p:nvSpPr>
        <p:spPr>
          <a:xfrm>
            <a:off x="8343900" y="35023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21">
            <a:extLst>
              <a:ext uri="{FF2B5EF4-FFF2-40B4-BE49-F238E27FC236}">
                <a16:creationId xmlns:a16="http://schemas.microsoft.com/office/drawing/2014/main" id="{5E7AF50B-7F20-B55F-2589-FC3E7F1F9A75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1977F-F577-F5D6-ECAC-D29DEE8A27A7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9946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22">
            <a:extLst>
              <a:ext uri="{FF2B5EF4-FFF2-40B4-BE49-F238E27FC236}">
                <a16:creationId xmlns:a16="http://schemas.microsoft.com/office/drawing/2014/main" id="{70BFB278-5DF6-9DE3-2E67-3085567F8B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23">
            <a:extLst>
              <a:ext uri="{FF2B5EF4-FFF2-40B4-BE49-F238E27FC236}">
                <a16:creationId xmlns:a16="http://schemas.microsoft.com/office/drawing/2014/main" id="{34CFB478-AFB7-45B1-7283-44F6D351692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4692A-1DF4-BCB0-280E-922889E8525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6F10E-3ED9-B56C-4D94-116E1111D7D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3CFC27-B411-1A4E-452B-E1EB0217532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09824A-B1EE-981D-2B28-8FCABD6007D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324">
            <a:extLst>
              <a:ext uri="{FF2B5EF4-FFF2-40B4-BE49-F238E27FC236}">
                <a16:creationId xmlns:a16="http://schemas.microsoft.com/office/drawing/2014/main" id="{7C464CC9-DD32-6817-BD35-7A1FD4420FAE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76855-1CE4-BCA2-F8CE-30829B1F4C6C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C51130-838D-7120-E23D-533AAAF6076E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325">
            <a:extLst>
              <a:ext uri="{FF2B5EF4-FFF2-40B4-BE49-F238E27FC236}">
                <a16:creationId xmlns:a16="http://schemas.microsoft.com/office/drawing/2014/main" id="{E03F6FCA-7E9B-2572-7975-F7D4A07FE3D4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DFEAB-AEB3-00DD-0F92-8853BE9DCF3A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260C79-790B-34B4-20AD-50C46C8ACEBF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326">
            <a:extLst>
              <a:ext uri="{FF2B5EF4-FFF2-40B4-BE49-F238E27FC236}">
                <a16:creationId xmlns:a16="http://schemas.microsoft.com/office/drawing/2014/main" id="{A2051C45-083E-550F-0EE5-C19BFD95ADDF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21169-3CCF-CA79-8A6D-53D8D56720AF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314E1B-8BA2-4F1E-718D-FD7B4DEB0314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1DCF0E-EBF5-505C-F624-0C8B6C16831E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327">
            <a:extLst>
              <a:ext uri="{FF2B5EF4-FFF2-40B4-BE49-F238E27FC236}">
                <a16:creationId xmlns:a16="http://schemas.microsoft.com/office/drawing/2014/main" id="{ED80606C-3077-0EAF-C789-B06B032BDBFA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3C6D8-3CD5-069B-A451-73FFD5334FD3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055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28">
            <a:extLst>
              <a:ext uri="{FF2B5EF4-FFF2-40B4-BE49-F238E27FC236}">
                <a16:creationId xmlns:a16="http://schemas.microsoft.com/office/drawing/2014/main" id="{B7890337-CACA-09A3-E97B-922BB16219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29">
            <a:extLst>
              <a:ext uri="{FF2B5EF4-FFF2-40B4-BE49-F238E27FC236}">
                <a16:creationId xmlns:a16="http://schemas.microsoft.com/office/drawing/2014/main" id="{1B96B5E0-06B8-4427-FD79-52C18362465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63DBD-F4E7-0101-C44F-BD5610920F5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08767-1856-2AD0-DD24-FB43B166A86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7DE13B-F304-7BD1-4F41-8AB3096F3E9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BCE039-F7DD-42A5-3D93-8D7D82A9B24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330">
            <a:extLst>
              <a:ext uri="{FF2B5EF4-FFF2-40B4-BE49-F238E27FC236}">
                <a16:creationId xmlns:a16="http://schemas.microsoft.com/office/drawing/2014/main" id="{AAA1E22F-F771-3856-739E-7A70A4181BA9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331">
            <a:extLst>
              <a:ext uri="{FF2B5EF4-FFF2-40B4-BE49-F238E27FC236}">
                <a16:creationId xmlns:a16="http://schemas.microsoft.com/office/drawing/2014/main" id="{9674A803-3F4E-4A4B-D0C1-C77B3F7FD7D9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4338E-2736-838E-36CA-9083D22A37A8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488E4-EA2F-1E98-43E4-F46EF17B1CB0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32">
            <a:extLst>
              <a:ext uri="{FF2B5EF4-FFF2-40B4-BE49-F238E27FC236}">
                <a16:creationId xmlns:a16="http://schemas.microsoft.com/office/drawing/2014/main" id="{86B86F5E-D0B7-F337-17E3-7985CD2F2A49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333">
            <a:extLst>
              <a:ext uri="{FF2B5EF4-FFF2-40B4-BE49-F238E27FC236}">
                <a16:creationId xmlns:a16="http://schemas.microsoft.com/office/drawing/2014/main" id="{93C927B5-4620-E0BF-6500-2DEB071E44B9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90ABD2-CE94-B7DA-F721-E0820BA1A0F0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5FF4B-7814-59AE-3614-A7BDCA9C343B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34">
            <a:extLst>
              <a:ext uri="{FF2B5EF4-FFF2-40B4-BE49-F238E27FC236}">
                <a16:creationId xmlns:a16="http://schemas.microsoft.com/office/drawing/2014/main" id="{834D3285-17D4-53FE-6A91-06FB6C97122A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335">
            <a:extLst>
              <a:ext uri="{FF2B5EF4-FFF2-40B4-BE49-F238E27FC236}">
                <a16:creationId xmlns:a16="http://schemas.microsoft.com/office/drawing/2014/main" id="{5D7776F2-9DA0-ECE8-E4A5-F3FF664B2DAC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D41E4F-B606-017C-D07B-183469CA7068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829D1E-4AA0-FC1A-8112-D143796E0988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C9BE76-962F-050A-CE1C-C6B001DAF0C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99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36">
            <a:extLst>
              <a:ext uri="{FF2B5EF4-FFF2-40B4-BE49-F238E27FC236}">
                <a16:creationId xmlns:a16="http://schemas.microsoft.com/office/drawing/2014/main" id="{44497842-BEE9-AFFB-3F75-5E51C0C356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37">
            <a:extLst>
              <a:ext uri="{FF2B5EF4-FFF2-40B4-BE49-F238E27FC236}">
                <a16:creationId xmlns:a16="http://schemas.microsoft.com/office/drawing/2014/main" id="{F2C604B5-5D2C-65CA-1ADA-E24E4897DC0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C9FB6-9B8E-A497-9A1E-EAD8A73EEAE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CF81C-B6DB-D110-52DE-ABA9F085D8E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A325BD-F19A-4A1E-6AF5-4D21CABFAE8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011F7E-F72A-423C-B826-2D1BF35E332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338">
            <a:extLst>
              <a:ext uri="{FF2B5EF4-FFF2-40B4-BE49-F238E27FC236}">
                <a16:creationId xmlns:a16="http://schemas.microsoft.com/office/drawing/2014/main" id="{7781A889-43C2-2502-6A05-FDFC7E2250C8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339">
            <a:extLst>
              <a:ext uri="{FF2B5EF4-FFF2-40B4-BE49-F238E27FC236}">
                <a16:creationId xmlns:a16="http://schemas.microsoft.com/office/drawing/2014/main" id="{E02980B4-11CC-A143-5127-351C8CDE48CD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7B460-002C-EA69-0C20-2A65D5CA1949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8341D-7E3A-B665-E35F-48B00DEABCCE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40">
            <a:extLst>
              <a:ext uri="{FF2B5EF4-FFF2-40B4-BE49-F238E27FC236}">
                <a16:creationId xmlns:a16="http://schemas.microsoft.com/office/drawing/2014/main" id="{9FB1F500-8912-DC6C-6FA7-F1AF22C08FA0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341">
            <a:extLst>
              <a:ext uri="{FF2B5EF4-FFF2-40B4-BE49-F238E27FC236}">
                <a16:creationId xmlns:a16="http://schemas.microsoft.com/office/drawing/2014/main" id="{512AC6AF-37CF-BE1F-9F1F-D6F267EA7056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EFA3D9-FB2D-9A0F-0B7D-3FEA3684385E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CA051D-3D5E-97A3-833B-5669FC2C3F1F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2B9DED-A5A9-0C3F-5208-55C3CA8B055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71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42">
            <a:extLst>
              <a:ext uri="{FF2B5EF4-FFF2-40B4-BE49-F238E27FC236}">
                <a16:creationId xmlns:a16="http://schemas.microsoft.com/office/drawing/2014/main" id="{B774D772-3FAA-58B1-F25A-DDA42B41F0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43">
            <a:extLst>
              <a:ext uri="{FF2B5EF4-FFF2-40B4-BE49-F238E27FC236}">
                <a16:creationId xmlns:a16="http://schemas.microsoft.com/office/drawing/2014/main" id="{E6394D38-EFFC-55B8-565B-6D4D7AA75CB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BB00B-2C85-3BD9-F371-E5303163070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68F22-4384-CBE9-DE8C-C265572F7D1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42FAB-160A-432D-BCAF-6885A02C096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50DF1E-3548-69C4-2C6D-0FCA3549E00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57554-6DB1-247B-5BAD-834C52D217EA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D4A1E-C149-C7B3-279A-565F7BC78FBB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344">
            <a:extLst>
              <a:ext uri="{FF2B5EF4-FFF2-40B4-BE49-F238E27FC236}">
                <a16:creationId xmlns:a16="http://schemas.microsoft.com/office/drawing/2014/main" id="{0BF348CE-63B3-7EB4-4A70-36542B52750F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345">
            <a:extLst>
              <a:ext uri="{FF2B5EF4-FFF2-40B4-BE49-F238E27FC236}">
                <a16:creationId xmlns:a16="http://schemas.microsoft.com/office/drawing/2014/main" id="{D5786DE1-9479-B2C2-1975-657ABC8E5BE0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11961-1526-B4ED-EA1C-B8E3FE32EE32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346">
            <a:extLst>
              <a:ext uri="{FF2B5EF4-FFF2-40B4-BE49-F238E27FC236}">
                <a16:creationId xmlns:a16="http://schemas.microsoft.com/office/drawing/2014/main" id="{D0F87B32-E4CD-83C6-FFFD-FDE65C56E11F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52C21-CC6E-8DA0-38DB-51797B4922B0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FD303-2F9E-1087-266D-75FBFBFECBDF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47">
            <a:extLst>
              <a:ext uri="{FF2B5EF4-FFF2-40B4-BE49-F238E27FC236}">
                <a16:creationId xmlns:a16="http://schemas.microsoft.com/office/drawing/2014/main" id="{B6C8BDD3-2245-66A7-CE16-47F5593320A9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DDB920-F301-85D4-E2EE-2CFB2AC3EA46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7740C9-EE00-7A6A-881A-EC1D3A89D5C3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348">
            <a:extLst>
              <a:ext uri="{FF2B5EF4-FFF2-40B4-BE49-F238E27FC236}">
                <a16:creationId xmlns:a16="http://schemas.microsoft.com/office/drawing/2014/main" id="{7C8BDBC8-7EBD-61F6-B673-AFA074725EEA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4CE8C-7BC4-CC44-A2AB-9E0134E9A4FD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2930A0-44CF-FD16-2A38-2697EF1E0992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FA689-230A-F7A5-1880-3178C6E21964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9138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49">
            <a:extLst>
              <a:ext uri="{FF2B5EF4-FFF2-40B4-BE49-F238E27FC236}">
                <a16:creationId xmlns:a16="http://schemas.microsoft.com/office/drawing/2014/main" id="{88854BF8-88D0-E407-33B2-707AF87B6A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50">
            <a:extLst>
              <a:ext uri="{FF2B5EF4-FFF2-40B4-BE49-F238E27FC236}">
                <a16:creationId xmlns:a16="http://schemas.microsoft.com/office/drawing/2014/main" id="{FB0DF5E6-97A0-7763-FC24-3ADD047B3B3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EAD2D-BD6C-54A5-3FB0-DA8D1626534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D9E73-A0FC-A069-498F-0055BFE7156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115E84-4475-4579-B3AB-DBE5DCA95F7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1A07F6-8F54-C0EE-1ED5-4A833C59719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351">
            <a:extLst>
              <a:ext uri="{FF2B5EF4-FFF2-40B4-BE49-F238E27FC236}">
                <a16:creationId xmlns:a16="http://schemas.microsoft.com/office/drawing/2014/main" id="{2A1D07C5-AB33-9C90-07D7-33EC676E8010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352">
            <a:extLst>
              <a:ext uri="{FF2B5EF4-FFF2-40B4-BE49-F238E27FC236}">
                <a16:creationId xmlns:a16="http://schemas.microsoft.com/office/drawing/2014/main" id="{0EC00A38-5B65-0B90-4E47-DD83010BA3B3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CBC21-834E-EE09-13A0-D0B13FE7A166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1B395-003E-38FC-4BD6-C77CC6C2CE06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53">
            <a:extLst>
              <a:ext uri="{FF2B5EF4-FFF2-40B4-BE49-F238E27FC236}">
                <a16:creationId xmlns:a16="http://schemas.microsoft.com/office/drawing/2014/main" id="{8E5091AB-F6AF-B8D0-D0EB-0C67F0BEBD9B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354">
            <a:extLst>
              <a:ext uri="{FF2B5EF4-FFF2-40B4-BE49-F238E27FC236}">
                <a16:creationId xmlns:a16="http://schemas.microsoft.com/office/drawing/2014/main" id="{7D6A78BA-D279-F49E-7C90-493989F038C8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E4D93-B3F7-B051-12DA-DAD5CAFC2E0A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84B54-8829-14AA-6E78-EFEC235AC8E5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55">
            <a:extLst>
              <a:ext uri="{FF2B5EF4-FFF2-40B4-BE49-F238E27FC236}">
                <a16:creationId xmlns:a16="http://schemas.microsoft.com/office/drawing/2014/main" id="{9AB8347B-DE9B-29EB-F00E-6E60CCD95204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356">
            <a:extLst>
              <a:ext uri="{FF2B5EF4-FFF2-40B4-BE49-F238E27FC236}">
                <a16:creationId xmlns:a16="http://schemas.microsoft.com/office/drawing/2014/main" id="{5C36F09A-B2EA-DB4F-9FA3-0017F3299D25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E0813-15FB-F2CF-1634-19C13CE4F1B1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66C293-C1D0-1BB7-6AA0-DA6582AECCEB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8C9CB-973E-C98E-70B6-F5EDEA71EBE2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A36FAC-99BA-FC2D-7041-0EE016F90AF8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8450B-706D-565C-B3C6-38097CB6E383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2AAF4-5A79-30CE-1E72-B4710789BDA2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0D3F5-6249-6ED6-495F-F42723BFFE7C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156888-C6DF-D23F-73FF-1256010A3349}"/>
              </a:ext>
            </a:extLst>
          </p:cNvPr>
          <p:cNvSpPr txBox="1"/>
          <p:nvPr/>
        </p:nvSpPr>
        <p:spPr>
          <a:xfrm>
            <a:off x="4699000" y="3891453"/>
            <a:ext cx="5664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 ממנגנון התיוג.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2D0384-74BF-6755-D1BD-F3DF97C33EB2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9E51E0-7D17-EF2B-AD2C-C760D5C1A89B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FF288-A088-5915-C4A5-D8321FCB21B7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56861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57">
            <a:extLst>
              <a:ext uri="{FF2B5EF4-FFF2-40B4-BE49-F238E27FC236}">
                <a16:creationId xmlns:a16="http://schemas.microsoft.com/office/drawing/2014/main" id="{9F7C5CE6-F758-DD7F-5904-87FC0E914A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58">
            <a:extLst>
              <a:ext uri="{FF2B5EF4-FFF2-40B4-BE49-F238E27FC236}">
                <a16:creationId xmlns:a16="http://schemas.microsoft.com/office/drawing/2014/main" id="{7BFF55AA-A80E-01A1-6EFB-053F6E5DE10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F4BA6-BD74-43B3-2DAA-55C898D7EE3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D4189-934F-F811-34B4-C1FA1E734CF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C47A7C-FED7-29CB-0440-3B4A1580B34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BE90F6-B710-3A31-D6D5-89693DFC15D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39AF1A-0BAA-FDBC-E43A-5B6DB581C7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04F2FE-5A35-12A1-9374-47F08AB50AE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87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59">
            <a:extLst>
              <a:ext uri="{FF2B5EF4-FFF2-40B4-BE49-F238E27FC236}">
                <a16:creationId xmlns:a16="http://schemas.microsoft.com/office/drawing/2014/main" id="{40A32658-7884-A4FA-45AF-E4E599D8E8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60">
            <a:extLst>
              <a:ext uri="{FF2B5EF4-FFF2-40B4-BE49-F238E27FC236}">
                <a16:creationId xmlns:a16="http://schemas.microsoft.com/office/drawing/2014/main" id="{B37B9D21-3618-06DC-DA54-7237A4D16AD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7B60A-5845-B22B-E8CB-C51C01D5A7A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C9095-EF9E-3D8B-A821-E3ABC940134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64E46D-1426-C32E-6491-90AC365E69F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BBFBFF-3711-FB51-50C6-E811520D383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2DC752-24B0-F3E1-E006-A53FEDB5D47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15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61">
            <a:extLst>
              <a:ext uri="{FF2B5EF4-FFF2-40B4-BE49-F238E27FC236}">
                <a16:creationId xmlns:a16="http://schemas.microsoft.com/office/drawing/2014/main" id="{A0727144-7ED3-D679-FAE5-EFE7F9F7E8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62">
            <a:extLst>
              <a:ext uri="{FF2B5EF4-FFF2-40B4-BE49-F238E27FC236}">
                <a16:creationId xmlns:a16="http://schemas.microsoft.com/office/drawing/2014/main" id="{06246D4F-E532-7D24-4E3A-9AEEC25FCD5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A3B2B-CC17-F224-AAFE-89B1A34E6A0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54705-2E22-D951-F3A9-12BA3034BEE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0E14E2-1BFC-954F-F13D-408E0EC4292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F80F0D-8475-2E36-85EF-322E196F409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838EF-CD19-8ECD-1A6F-8634B1CCE456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D0731C-227A-FE5B-D5AC-4E3C78562B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548DF2-446E-CACA-C07D-D4F16774D0D7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4643EF-2B30-6EA5-B9FC-D756FF8885E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58255F-DC8C-0EBA-9700-12121CC9C72D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59DEBB-81B3-CE32-23B6-14D4BF477BF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363">
            <a:extLst>
              <a:ext uri="{FF2B5EF4-FFF2-40B4-BE49-F238E27FC236}">
                <a16:creationId xmlns:a16="http://schemas.microsoft.com/office/drawing/2014/main" id="{9F51658B-156F-8BC9-BBDE-F947E9B17B57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07A09-00C6-031F-C14D-F7523E7DC06A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3AC1F7-88DC-71D6-937A-F3503A523EDE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01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Macintosh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2026-10-07T17:11:04Z</dcterms:created>
  <dcterms:modified xsi:type="dcterms:W3CDTF">2026-10-07T17:11:25Z</dcterms:modified>
</cp:coreProperties>
</file>