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D8C65-7718-2C40-9B2E-75AFDC6C0FF4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82A9A-268B-0A40-A027-AA9252CB0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761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72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345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7527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9693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0201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1660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3791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2588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244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5331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9947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62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9914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9309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7075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5186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82A9A-268B-0A40-A027-AA9252CB0574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7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4DE2-2621-FFC9-7AF1-A6B256620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54031-56EB-FF22-EAA8-9E88B675D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31A0B-0AC5-81F1-46BD-57D0C823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79E7B-1C95-A4AE-EACF-AD2945F4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C9BCC-E5F1-BAE5-7C50-39BA5880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114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F0DF-0A61-82F3-F13E-B07547EC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4C49-0782-FAB1-6A21-A8653F571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F4CF7-4627-BE47-20D0-1B429B07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99961-3E16-73DA-EE99-7E5D950CA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8626E-0707-07F2-9D9D-B88D19FC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239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2034-D5B2-3D60-7091-8341E48A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F4849-1B17-4239-3465-67B72860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C721A-6652-85FA-4096-33638F8E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30EC6-3B60-5F1E-3ED0-AA653647F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BFF47-B9E3-0261-CB72-0BFDE841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199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8C56-8A34-1441-AE1C-F4AC7346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D5BE1-539D-F8A9-9E71-67ED258E3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111E8-FADE-D7DA-B160-DF3FDE190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F0E09-0B12-A0D6-E207-72ECF7CD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F9953-C0E4-2DE5-9A5E-EFA554AA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79F7E-0545-F323-61EF-B2566A86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323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23FD-ACCD-9DAD-BCDC-F461F397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28698-093A-2390-5606-BA58F9DB3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08777-5F44-0B80-5D58-BEBE8E2CC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994BF-3D5E-1FC0-4D9B-5D7DFB4DF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A15E1-9283-E01D-695A-E81537E72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4E0F4-7721-F457-16F0-58867A08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691B6-44F0-5CF6-F9E7-C46BA5B5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BD7B8-112D-E08A-DCBE-AEE558C3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036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7C8B-D67F-391D-05D8-5905C4AA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85E10-C974-CD39-7651-328804EF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2E4DA-6FC7-B993-1705-649DEE47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D54E6-6C8F-428A-EDAB-36A97D2C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817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F8F72-3486-8045-CCE5-2EEF4476A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6AFF7-02F5-980D-B5FE-35EFCFC3C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CB5CA-CEAB-A4E0-52E1-B31F092E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869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BD82-A95A-E392-37A4-FE303939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8241C-A299-5300-CB21-0CD683A0E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0C361-DB26-5D99-0544-B77A7A20F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97F27-1930-7F67-C66D-BF62D50F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97CB6-226F-9CD6-49BC-BE799C37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9E2B2-C6B0-E36B-0F1F-5E11D418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576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4125-0CDA-C70A-13F3-782439BBC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BF177-08EA-8BDA-10C8-14CC047109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C0840-4B71-26DD-08C7-DA06575C5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CA056-880D-44A1-D1AD-5C36C7DF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40FCB-6A6F-F13A-6466-447B5353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0D2FC-E4D7-9446-D0AF-98039862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180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8AF3-D224-93A5-73A2-B819B2C0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B0627-AFCD-BB71-695D-0081EBBF9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AC340-5AE1-B47F-2EC7-1701DBC6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E4C38-5FDF-6399-7851-AB626E64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0B0AE-4AEA-56B5-30B4-1072E3EE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3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67E7-5654-7DDA-5052-00507983A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BBD91-EA7A-46C2-F1AC-C17151620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A3B68-E3A5-0D91-FBA9-4A0E20BC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D07A5-A74B-EE25-A696-04A9861B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2F632-D1CD-654F-B170-90B95390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867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89B32-830F-8C98-6000-EB4F5E1A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CDF6B-9289-E842-4A9B-19BC6297F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D4DB8-37DF-634D-8251-51BA26648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7CB3C-E36B-7343-B0C2-E96FF25C0B9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BED0D-422F-0725-C087-6552B850A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A86E5-2C6C-88DF-C9C3-E88E481A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6F5AA-F9DA-6541-BD4B-70F7C11633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770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12C71-7A54-6635-463B-308E10BFB87D}"/>
              </a:ext>
            </a:extLst>
          </p:cNvPr>
          <p:cNvSpPr txBox="1"/>
          <p:nvPr/>
        </p:nvSpPr>
        <p:spPr>
          <a:xfrm>
            <a:off x="12065000" y="0"/>
            <a:ext cx="1270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8CEE9-624B-5387-8182-3A6CA5ECDB2B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77AC3-0AED-10F5-842E-73645EC1B564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 </a:t>
            </a:r>
            <a:r>
              <a:rPr lang="en-US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953422-B8EF-03B0-229D-AF4626726B27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1751419-A4D9-2F07-222D-54D4E35F7BF0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EDD04-B3AD-0547-2435-6AA05C01293C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853F9-F85F-0874-A649-DFBCC4F34F6C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113CE-D6CA-A007-8A93-B0BD74DD8D11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5731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262D70-1FC7-1165-5E27-B4402303380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444FD-C78C-C591-28C8-44FFD4E4A4F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EB726-B466-9B36-CB34-BDE07CF5C21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5DCED-2AEA-5D0B-5901-127C3ED601D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9932BA-278F-4D36-8C32-E515F3F59F5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78D670-A488-942F-D9E9-C452A1FE421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D10C8D-FCE4-00EE-0771-A43ED55DA22E}"/>
              </a:ext>
            </a:extLst>
          </p:cNvPr>
          <p:cNvSpPr txBox="1"/>
          <p:nvPr/>
        </p:nvSpPr>
        <p:spPr>
          <a:xfrm>
            <a:off x="609600" y="1333500"/>
            <a:ext cx="64135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A1088D-47B0-B7EA-C9FB-91EABB7209AA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787BAD-352D-ABC2-9A77-FE240FA416E9}"/>
              </a:ext>
            </a:extLst>
          </p:cNvPr>
          <p:cNvSpPr txBox="1"/>
          <p:nvPr/>
        </p:nvSpPr>
        <p:spPr>
          <a:xfrm>
            <a:off x="914400" y="4749800"/>
            <a:ext cx="5778500" cy="369332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854E1-E365-CE32-FBBB-72F6E50D25DA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D9C92-6531-C249-9DA2-6FC8BA7A9011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9E00A-38BA-DEC2-6DCD-43C65B128B8A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662BEE-E728-A7D4-1DE7-4D33BBACB72E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5FD7F33-63C0-5CAB-69FA-FA82A43C64EF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23A6F6-6D60-4F47-F413-7CD0309D4FC5}"/>
              </a:ext>
            </a:extLst>
          </p:cNvPr>
          <p:cNvSpPr txBox="1"/>
          <p:nvPr/>
        </p:nvSpPr>
        <p:spPr>
          <a:xfrm>
            <a:off x="7429500" y="5006736"/>
            <a:ext cx="4064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 Review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D2B9B8-0547-4241-D8DA-315BF61FCFFF}"/>
              </a:ext>
            </a:extLst>
          </p:cNvPr>
          <p:cNvSpPr txBox="1"/>
          <p:nvPr/>
        </p:nvSpPr>
        <p:spPr>
          <a:xfrm>
            <a:off x="7429500" y="5354642"/>
            <a:ext cx="40640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0401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438735-2A15-6E8E-A637-A1FCD85613D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1C3FF-F877-BA8C-2CD0-96C48D0E4E7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03351-D8DB-A713-08AE-276A2B4AB8C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78696-0704-6955-B29E-AEF9835FD89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609F2-F3A0-DE60-19A4-71C717D1922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EE38E8-B248-795F-0CB2-A514778613E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EC8E7-6B95-53D3-455A-6CE8724A85AA}"/>
              </a:ext>
            </a:extLst>
          </p:cNvPr>
          <p:cNvSpPr txBox="1"/>
          <p:nvPr/>
        </p:nvSpPr>
        <p:spPr>
          <a:xfrm>
            <a:off x="6350000" y="1498600"/>
            <a:ext cx="51435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283A58-E405-DCEA-0285-E6B9B1EC561B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E49F0-4F49-6490-2210-BCB2F6CDDE54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9DBFE0-FFBF-039F-5818-941F285C5F97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FC704-0DC8-9E65-F024-5FCB9E7C3E16}"/>
              </a:ext>
            </a:extLst>
          </p:cNvPr>
          <p:cNvSpPr txBox="1"/>
          <p:nvPr/>
        </p:nvSpPr>
        <p:spPr>
          <a:xfrm>
            <a:off x="698500" y="1498600"/>
            <a:ext cx="51435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42D42C-1FF9-10D8-BCC2-EC3508B7F435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54875-7519-0B01-8F1C-F533F812B657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D4845-B042-6B05-50C6-2CDD0548E6D8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5E0707-4BA0-495D-1AB8-E76B60AAD63A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97CEDE7-5E36-1291-B06A-5107EF5613FC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A719C6-73AF-3673-A544-0DE83824FCE9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07AF04-21FD-0FB3-6069-47FA51EDCC8A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7303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2EA339-073A-5E77-1D5C-3DF1874E39F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0DBAE-7F57-AC89-F78D-618D702B748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FB7BC-944D-C0E5-038F-390D47A3C6D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07701-0375-A429-8C12-DF84E8DF0E3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582D89-2D5A-2745-ADBE-07CA21192B9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8282BB-E9F4-0288-E98B-5C567B4C82F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FD49B-38C5-ADD4-CCCC-23A4038742D8}"/>
              </a:ext>
            </a:extLst>
          </p:cNvPr>
          <p:cNvSpPr txBox="1"/>
          <p:nvPr/>
        </p:nvSpPr>
        <p:spPr>
          <a:xfrm>
            <a:off x="939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70C8B8-7897-9D43-2B4E-60A288D53175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A917D8-AE6E-11AD-E4B3-C59F4BDBC7BF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E9C370-27CF-6324-FC04-B97BC4EC566F}"/>
              </a:ext>
            </a:extLst>
          </p:cNvPr>
          <p:cNvSpPr txBox="1"/>
          <p:nvPr/>
        </p:nvSpPr>
        <p:spPr>
          <a:xfrm>
            <a:off x="7175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4DE4E-00AC-1892-25BC-AE737D211D18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10C6FD-1DDD-D583-6A6A-9DD74BA98517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8E767E-5189-6709-F78D-2F3F69AE69CE}"/>
              </a:ext>
            </a:extLst>
          </p:cNvPr>
          <p:cNvSpPr txBox="1"/>
          <p:nvPr/>
        </p:nvSpPr>
        <p:spPr>
          <a:xfrm>
            <a:off x="4953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F27F1-6687-CFD0-BA64-74601ED7CE3B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426495-3F1F-0E6F-1939-F45FD1DD2003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5ABF9E-B07A-A7A9-B5A6-0A18B68A86D6}"/>
              </a:ext>
            </a:extLst>
          </p:cNvPr>
          <p:cNvSpPr txBox="1"/>
          <p:nvPr/>
        </p:nvSpPr>
        <p:spPr>
          <a:xfrm>
            <a:off x="2730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DE2B5E-44E2-72CF-86A4-5EBB03D83DB3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B27FB3-699D-72DF-0D1F-5F40FA7F34FF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767532-2357-71CE-650D-2625D379EE12}"/>
              </a:ext>
            </a:extLst>
          </p:cNvPr>
          <p:cNvSpPr txBox="1"/>
          <p:nvPr/>
        </p:nvSpPr>
        <p:spPr>
          <a:xfrm>
            <a:off x="50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7ACB06-7DEF-BBCC-03F5-0581D7062D86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6A1742-510F-4C87-9AD2-16A487F80CE6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8C5B16-3BCE-8642-861F-A9C62E008115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09BBA6-AA87-7CD3-D2ED-2D81DCF62021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0F69F8-8A1B-7E6C-045A-20F40B0C58AD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790CDE-82D7-FC19-C458-F403D9D7468C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21713E-E1DF-FA3D-F065-38741728594E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B117BF-0BAF-AAD4-DB6A-61E916D43156}"/>
              </a:ext>
            </a:extLst>
          </p:cNvPr>
          <p:cNvSpPr txBox="1"/>
          <p:nvPr/>
        </p:nvSpPr>
        <p:spPr>
          <a:xfrm>
            <a:off x="698500" y="5181600"/>
            <a:ext cx="1079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9626D1-1364-A6FF-D941-84436F39AA12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9054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BACD5E-9A53-93A3-3738-2A3250D5CB7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8C391-9B29-BD7C-0BA2-FBD3CFBF5B3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70B1E-B9C8-A242-74AE-7FD3983FCA3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AB1F7-226E-6C21-D8F4-6DF76CD64F16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4BD878-4EFB-BD3B-7CC8-973544979AD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EC3712-6A19-8708-C52B-3B352C12126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42C0C8-6165-2C21-F702-8DB4F8F9B9C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12037F-C6CB-029B-1776-C208AC31C28C}"/>
              </a:ext>
            </a:extLst>
          </p:cNvPr>
          <p:cNvSpPr txBox="1"/>
          <p:nvPr/>
        </p:nvSpPr>
        <p:spPr>
          <a:xfrm>
            <a:off x="6261100" y="1447800"/>
            <a:ext cx="52324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EE117B-389B-7DAC-75A4-4F52D6118E8E}"/>
              </a:ext>
            </a:extLst>
          </p:cNvPr>
          <p:cNvSpPr txBox="1"/>
          <p:nvPr/>
        </p:nvSpPr>
        <p:spPr>
          <a:xfrm>
            <a:off x="11404600" y="1447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6602A-442D-627A-F7F8-205E4D05BB10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A1D94-1F5B-2989-32CB-2F1A752C85FE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B8FE04-21B9-DC0D-FFE1-0C0DAE283AD2}"/>
              </a:ext>
            </a:extLst>
          </p:cNvPr>
          <p:cNvSpPr txBox="1"/>
          <p:nvPr/>
        </p:nvSpPr>
        <p:spPr>
          <a:xfrm>
            <a:off x="6261100" y="2705100"/>
            <a:ext cx="52324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2A7943-051C-F478-18E7-8D5AAD64DD10}"/>
              </a:ext>
            </a:extLst>
          </p:cNvPr>
          <p:cNvSpPr txBox="1"/>
          <p:nvPr/>
        </p:nvSpPr>
        <p:spPr>
          <a:xfrm>
            <a:off x="11404600" y="27051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E86E58-0F5B-2BBD-095B-C4BB636F8911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B97529-EDB5-DFF5-1D18-B2DAA6221948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E3AF73-117A-940A-2719-5D24D16FCB29}"/>
              </a:ext>
            </a:extLst>
          </p:cNvPr>
          <p:cNvSpPr txBox="1"/>
          <p:nvPr/>
        </p:nvSpPr>
        <p:spPr>
          <a:xfrm>
            <a:off x="6261100" y="3962400"/>
            <a:ext cx="52324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602C83-DB9A-B85D-F225-1391E1620FCE}"/>
              </a:ext>
            </a:extLst>
          </p:cNvPr>
          <p:cNvSpPr txBox="1"/>
          <p:nvPr/>
        </p:nvSpPr>
        <p:spPr>
          <a:xfrm>
            <a:off x="11404600" y="39624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8D17F3-C6F4-1A9B-CDFA-2BB6B046796A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9DF872-270C-ED75-068C-805F1E546140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88362D-F930-DF85-C404-AF1AF83D72DC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16093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F78399-BE35-5D15-8922-0C057532341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CCC01A-A07A-8A5F-C2D7-B69B0E94841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4B042-7D58-F876-3D09-03573F1D223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9EFEE-BA40-25D8-8647-F4A5D4B878C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2C6E6A-AABF-C605-72C5-D903694A896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D50EE8-AA3F-69BF-BC2B-E1C3368F7C7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77964-7026-6340-8877-697ABC2B831E}"/>
              </a:ext>
            </a:extLst>
          </p:cNvPr>
          <p:cNvSpPr txBox="1"/>
          <p:nvPr/>
        </p:nvSpPr>
        <p:spPr>
          <a:xfrm>
            <a:off x="6413500" y="1498600"/>
            <a:ext cx="50800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E8D7B-40EC-7336-D141-ACF3468D219D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AEB200-9A8C-AD91-BA56-65B26CF18C1A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75229-1C80-8000-030E-A2C6F36088C7}"/>
              </a:ext>
            </a:extLst>
          </p:cNvPr>
          <p:cNvSpPr txBox="1"/>
          <p:nvPr/>
        </p:nvSpPr>
        <p:spPr>
          <a:xfrm>
            <a:off x="698500" y="1498600"/>
            <a:ext cx="5080000" cy="369332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D2566-DB1B-BD3C-7468-040BF051A9FC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D82E9-FC65-EE2C-DBDE-C33E848B38BA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D8098B-7D1B-7AA8-DE48-0C718F74C9B3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F548EA5-B84E-BD46-3A9F-5C43333DA7B7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D492E-4673-29FA-3F63-1535D658186F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00621C-DE6A-260A-FF69-7E249D69FD0C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6338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2B464A-D46F-B49A-5CDF-36DDE6F6D08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3CA89-5E1B-10AD-DCE0-9F159F7FB02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16A1C-2ED0-F548-3306-5174033379D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A640C-1B8A-040C-89B1-3C88D1B1B13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C28ADD-A257-0234-BF97-5BA849D5BEA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A0BD16-D84B-8F58-E13A-9A423E9D103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30BB2-43C8-5E67-E899-39F64DC34C22}"/>
              </a:ext>
            </a:extLst>
          </p:cNvPr>
          <p:cNvSpPr txBox="1"/>
          <p:nvPr/>
        </p:nvSpPr>
        <p:spPr>
          <a:xfrm>
            <a:off x="9080500" y="1524000"/>
            <a:ext cx="2413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A0A38-4851-88F9-2DB1-8F7CE1AD9B1F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41C947-5B82-F887-3E45-53ED4E8326D1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2BD4C-354D-46D7-4FCB-242021E3EF50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09F19-54AD-94CF-C75C-77DDAFFF18DD}"/>
              </a:ext>
            </a:extLst>
          </p:cNvPr>
          <p:cNvSpPr txBox="1"/>
          <p:nvPr/>
        </p:nvSpPr>
        <p:spPr>
          <a:xfrm>
            <a:off x="6286500" y="1524000"/>
            <a:ext cx="2413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A79D1F-79F6-0CD9-262D-F780E1611D7B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A4138B-9AC8-2274-DB17-7D24AE1572F5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15E99C-E34A-D7CA-4826-C86E64831A9D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BAAA69-F17A-12E4-92D6-8F2579107A00}"/>
              </a:ext>
            </a:extLst>
          </p:cNvPr>
          <p:cNvSpPr txBox="1"/>
          <p:nvPr/>
        </p:nvSpPr>
        <p:spPr>
          <a:xfrm>
            <a:off x="3492500" y="1524000"/>
            <a:ext cx="2413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9332BC-8DFE-2302-3152-C1CC7C8C9023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B9B69-5DA2-EAF9-432E-220101D34388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5BF622-8EEF-5862-4980-CE2451A7A68A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6E3D78-92DE-5813-09E2-6D18A7F32180}"/>
              </a:ext>
            </a:extLst>
          </p:cNvPr>
          <p:cNvSpPr txBox="1"/>
          <p:nvPr/>
        </p:nvSpPr>
        <p:spPr>
          <a:xfrm>
            <a:off x="698500" y="1524000"/>
            <a:ext cx="241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7305E2-89C8-8168-7ABD-123B054D5020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450801-43A2-E07E-F1E7-21FC8DC9D550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511EAA-DF20-7506-6A85-D39A039BD26B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EB1022-2BA0-1E25-230C-DA7846CA65E5}"/>
              </a:ext>
            </a:extLst>
          </p:cNvPr>
          <p:cNvSpPr txBox="1"/>
          <p:nvPr/>
        </p:nvSpPr>
        <p:spPr>
          <a:xfrm>
            <a:off x="698500" y="4927600"/>
            <a:ext cx="1079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428523-39F6-E752-219C-B648B3BFCB4A}"/>
              </a:ext>
            </a:extLst>
          </p:cNvPr>
          <p:cNvSpPr txBox="1"/>
          <p:nvPr/>
        </p:nvSpPr>
        <p:spPr>
          <a:xfrm>
            <a:off x="8559800" y="5032136"/>
            <a:ext cx="25527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 head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1631A2-2541-310A-440B-2873E17DFD30}"/>
              </a:ext>
            </a:extLst>
          </p:cNvPr>
          <p:cNvSpPr txBox="1"/>
          <p:nvPr/>
        </p:nvSpPr>
        <p:spPr>
          <a:xfrm>
            <a:off x="990600" y="53596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משותף לשתי המשימות, עם פלט נפרד לכל משימה.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68835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8D8334-E36A-C7F0-325B-6C4E57407B7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48BB2-9E90-9143-B977-D3973A1BB53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7C1D9-BA4E-8F1F-CBA6-36DE22469B2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65642-E4CD-A4C1-BC75-1F715AC2404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E32828-F377-A876-0020-0ED2196EFC2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177005-7E90-5E27-0A8B-A598620DE8F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641F4-7B53-22ED-6F26-807C575A1828}"/>
              </a:ext>
            </a:extLst>
          </p:cNvPr>
          <p:cNvSpPr txBox="1"/>
          <p:nvPr/>
        </p:nvSpPr>
        <p:spPr>
          <a:xfrm>
            <a:off x="9334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81CF1C-1CB1-AE74-D747-A8E9AD476023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9EB1A6-2C7D-7205-DE5D-2931F24172B3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8CEED5-BBFF-2399-1AA3-3B8DEB6AD676}"/>
              </a:ext>
            </a:extLst>
          </p:cNvPr>
          <p:cNvSpPr txBox="1"/>
          <p:nvPr/>
        </p:nvSpPr>
        <p:spPr>
          <a:xfrm>
            <a:off x="7175500" y="1955800"/>
            <a:ext cx="190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78BCBC-D411-19EE-141F-D52DBFB3AC70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80072B-6564-B161-B185-B6462277A97E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28FD1AF-36DC-BAB9-E84A-9A067CD58646}"/>
              </a:ext>
            </a:extLst>
          </p:cNvPr>
          <p:cNvSpPr txBox="1"/>
          <p:nvPr/>
        </p:nvSpPr>
        <p:spPr>
          <a:xfrm>
            <a:off x="5016500" y="1955800"/>
            <a:ext cx="190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AE3EA-30E6-D00C-E847-83522E963F11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10A6E7-31C5-E1CE-78D5-5A908AB4BFF2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6F8B66-AF45-E04D-856E-3F1C44F43A51}"/>
              </a:ext>
            </a:extLst>
          </p:cNvPr>
          <p:cNvSpPr txBox="1"/>
          <p:nvPr/>
        </p:nvSpPr>
        <p:spPr>
          <a:xfrm>
            <a:off x="2857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40C1B-AE59-BE23-5607-E6EAA36CECBA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174F45-53E5-69E2-894A-F40823A1F21D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E396A6-9BBB-6239-83E6-B6F103D14B25}"/>
              </a:ext>
            </a:extLst>
          </p:cNvPr>
          <p:cNvSpPr txBox="1"/>
          <p:nvPr/>
        </p:nvSpPr>
        <p:spPr>
          <a:xfrm>
            <a:off x="698500" y="1955800"/>
            <a:ext cx="1905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068353-1D59-A11C-8B0F-FBC1E9B18356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54269C-8694-3C4B-10BF-8BC577D0B59A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1BBFFF-1C1B-4937-35A0-92F2CF634E47}"/>
              </a:ext>
            </a:extLst>
          </p:cNvPr>
          <p:cNvSpPr txBox="1"/>
          <p:nvPr/>
        </p:nvSpPr>
        <p:spPr>
          <a:xfrm>
            <a:off x="698500" y="4673600"/>
            <a:ext cx="1079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472947-4123-42A1-240D-2B428F319872}"/>
              </a:ext>
            </a:extLst>
          </p:cNvPr>
          <p:cNvSpPr txBox="1"/>
          <p:nvPr/>
        </p:nvSpPr>
        <p:spPr>
          <a:xfrm>
            <a:off x="8001000" y="48670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 embedding</a:t>
            </a:r>
            <a:endParaRPr lang="en-IL" sz="17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71D311-C1A4-AC4E-4FA8-240B25D99CD9}"/>
              </a:ext>
            </a:extLst>
          </p:cNvPr>
          <p:cNvSpPr txBox="1"/>
          <p:nvPr/>
        </p:nvSpPr>
        <p:spPr>
          <a:xfrm>
            <a:off x="990600" y="52122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47565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5C489F-68AC-4697-C1A7-145572F07AE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1D406-9150-8B05-F9DF-D6EF875AFE4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51F68-FD0A-3779-8716-35A93A12E40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521F4-18A8-C661-42F5-A71C03A1AFB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BEA726-C602-D7D2-A15C-3241CF15BBD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8D805E-7509-7972-9F13-BE66FAC75B8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FB0C30-AB30-0A58-1595-3BD996DFE5C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77CBB2-9B96-7295-B2FC-142FB9C94CA5}"/>
              </a:ext>
            </a:extLst>
          </p:cNvPr>
          <p:cNvSpPr txBox="1"/>
          <p:nvPr/>
        </p:nvSpPr>
        <p:spPr>
          <a:xfrm>
            <a:off x="8343900" y="1739900"/>
            <a:ext cx="31496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0E019-4815-8FF1-B4DC-328748180BA0}"/>
              </a:ext>
            </a:extLst>
          </p:cNvPr>
          <p:cNvSpPr txBox="1"/>
          <p:nvPr/>
        </p:nvSpPr>
        <p:spPr>
          <a:xfrm>
            <a:off x="11404600" y="17399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0604C3-E9CD-1CAD-8B3A-03C9F3F0C045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33565-83B1-7987-0735-F65BB4A8E7FD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71D76F-2439-6204-3B40-964FF68DD7AF}"/>
              </a:ext>
            </a:extLst>
          </p:cNvPr>
          <p:cNvSpPr txBox="1"/>
          <p:nvPr/>
        </p:nvSpPr>
        <p:spPr>
          <a:xfrm>
            <a:off x="8343900" y="2908176"/>
            <a:ext cx="31496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549992-5AB0-8387-F3F4-F14128084484}"/>
              </a:ext>
            </a:extLst>
          </p:cNvPr>
          <p:cNvSpPr txBox="1"/>
          <p:nvPr/>
        </p:nvSpPr>
        <p:spPr>
          <a:xfrm>
            <a:off x="8343900" y="35023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41FC6C-D063-8CEF-A052-659218E3E78B}"/>
              </a:ext>
            </a:extLst>
          </p:cNvPr>
          <p:cNvSpPr txBox="1"/>
          <p:nvPr/>
        </p:nvSpPr>
        <p:spPr>
          <a:xfrm>
            <a:off x="8343900" y="5270500"/>
            <a:ext cx="31496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973E3-6C52-243F-9532-3ED405DD23A0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86448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4D01DB-E509-D44A-B687-0E608018561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9E93A-687E-4B2C-D0DC-D7BA84D318A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B9AC2-6DBC-1E5A-257A-6DEA7CB3567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F3EA2-1264-A1CF-9FDE-33C8243BA5F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440863-A550-66E9-AF87-E592FB00955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060482-AC54-C63E-230C-6B38477B17A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30DAA0-B355-47A8-BCBC-AE8F03F22890}"/>
              </a:ext>
            </a:extLst>
          </p:cNvPr>
          <p:cNvSpPr txBox="1"/>
          <p:nvPr/>
        </p:nvSpPr>
        <p:spPr>
          <a:xfrm>
            <a:off x="7747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15ACF-AAFC-8F14-FAA0-6588D979E9DF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B37722-AA0C-EA69-4DF4-83CB0A26BFD0}"/>
              </a:ext>
            </a:extLst>
          </p:cNvPr>
          <p:cNvCxnSpPr/>
          <p:nvPr/>
        </p:nvCxnSpPr>
        <p:spPr>
          <a:xfrm flipH="1">
            <a:off x="7683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BE998D-2B91-997E-3BBD-42236645E9BE}"/>
              </a:ext>
            </a:extLst>
          </p:cNvPr>
          <p:cNvSpPr txBox="1"/>
          <p:nvPr/>
        </p:nvSpPr>
        <p:spPr>
          <a:xfrm>
            <a:off x="4318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4180D-EDB0-61EB-0934-FC13609DF0A4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618A5E-6B78-CD16-9E86-745E75810881}"/>
              </a:ext>
            </a:extLst>
          </p:cNvPr>
          <p:cNvCxnSpPr/>
          <p:nvPr/>
        </p:nvCxnSpPr>
        <p:spPr>
          <a:xfrm flipH="1">
            <a:off x="4254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9DCEC5-8870-5908-FC75-1FD2A143FBF0}"/>
              </a:ext>
            </a:extLst>
          </p:cNvPr>
          <p:cNvSpPr txBox="1"/>
          <p:nvPr/>
        </p:nvSpPr>
        <p:spPr>
          <a:xfrm>
            <a:off x="889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0BDA76-CE04-639C-B402-1F0BD9F720BD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35DBCA-5CB1-C34D-06CA-B6E9DC9F44EC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ED8388-7DB7-E32B-D885-2CF18E158FC5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76F5E6-6EAB-1F69-2209-9972475447F9}"/>
              </a:ext>
            </a:extLst>
          </p:cNvPr>
          <p:cNvSpPr txBox="1"/>
          <p:nvPr/>
        </p:nvSpPr>
        <p:spPr>
          <a:xfrm>
            <a:off x="889000" y="5295900"/>
            <a:ext cx="9779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183EB-79EC-6903-7E87-50ED35B2C926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239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55A46-8D6B-7E66-A20F-A1B37B082C2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5FDF9-FCDC-67BC-3C02-B99038C2460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E6C7A-F383-7DBD-329B-767DB44AEA5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CB69D-3593-573A-4489-E3C3BCF0DF5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6AC3A-70BB-0BCE-1275-DA89EC1362F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7CE7C7-BDDF-D8D3-87C6-B7B0DD62160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3B1371-E966-E5CF-5AC5-EC9925824D35}"/>
              </a:ext>
            </a:extLst>
          </p:cNvPr>
          <p:cNvSpPr txBox="1"/>
          <p:nvPr/>
        </p:nvSpPr>
        <p:spPr>
          <a:xfrm>
            <a:off x="8191500" y="1320800"/>
            <a:ext cx="3302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5119B-89C3-9D6F-F49E-E11A815302ED}"/>
              </a:ext>
            </a:extLst>
          </p:cNvPr>
          <p:cNvSpPr txBox="1"/>
          <p:nvPr/>
        </p:nvSpPr>
        <p:spPr>
          <a:xfrm>
            <a:off x="11404600" y="1320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6EE82-1242-AAF5-E3EC-F5E4A4A16769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8D12D-A68D-FB9B-E7F7-AA5393E464A0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2DAD5-B83C-950C-3919-80CE98571FA2}"/>
              </a:ext>
            </a:extLst>
          </p:cNvPr>
          <p:cNvSpPr txBox="1"/>
          <p:nvPr/>
        </p:nvSpPr>
        <p:spPr>
          <a:xfrm>
            <a:off x="4445000" y="1320800"/>
            <a:ext cx="3302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FDF0F2-F45B-1AA7-E804-345FD87C9506}"/>
              </a:ext>
            </a:extLst>
          </p:cNvPr>
          <p:cNvSpPr txBox="1"/>
          <p:nvPr/>
        </p:nvSpPr>
        <p:spPr>
          <a:xfrm>
            <a:off x="7658100" y="1320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9030F4-A5DE-7351-55EF-186B37EE1DCE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49CD64-FA5C-513D-DD68-D52C311750BD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43ECA7-B3C7-75DA-D006-535B65A63528}"/>
              </a:ext>
            </a:extLst>
          </p:cNvPr>
          <p:cNvSpPr txBox="1"/>
          <p:nvPr/>
        </p:nvSpPr>
        <p:spPr>
          <a:xfrm>
            <a:off x="698500" y="1320800"/>
            <a:ext cx="3302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D74F36-0167-4B0C-013E-4411A523594E}"/>
              </a:ext>
            </a:extLst>
          </p:cNvPr>
          <p:cNvSpPr txBox="1"/>
          <p:nvPr/>
        </p:nvSpPr>
        <p:spPr>
          <a:xfrm>
            <a:off x="3911600" y="13208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E45837-517F-63FB-3FBC-4FB72DE96628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9BBF66-790D-679E-9D69-EE3AEC646FFA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18CBDED-75E0-9158-ED42-1340B55C4AA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4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FFEABF-0499-9A83-3681-CD4D37CEDD9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C22A6-E327-06E9-409B-1B29EC1791D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F1831-B07A-578A-46F9-A68AD00049A6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35EFA-7839-470C-BDA9-B0CBD3475F3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4EA8CF-203F-967A-0D92-0E944D300C5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416DB3-2525-5FDA-6F22-0F4B0914CE6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32685E-A1DB-84E4-EAAB-53CF2847EE71}"/>
              </a:ext>
            </a:extLst>
          </p:cNvPr>
          <p:cNvSpPr txBox="1"/>
          <p:nvPr/>
        </p:nvSpPr>
        <p:spPr>
          <a:xfrm>
            <a:off x="1778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356BDA-64E3-4DC2-764D-F5A40390D342}"/>
              </a:ext>
            </a:extLst>
          </p:cNvPr>
          <p:cNvSpPr txBox="1"/>
          <p:nvPr/>
        </p:nvSpPr>
        <p:spPr>
          <a:xfrm>
            <a:off x="5372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F8C504-07D9-1528-A017-FF32B3D3D9E8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173A3-3D4E-68BB-E267-6BA03E5CF527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77997A-7357-4FDE-CD81-219AA57F868A}"/>
              </a:ext>
            </a:extLst>
          </p:cNvPr>
          <p:cNvSpPr txBox="1"/>
          <p:nvPr/>
        </p:nvSpPr>
        <p:spPr>
          <a:xfrm>
            <a:off x="6731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F4203-F239-2BF6-9B31-F606A462D0FF}"/>
              </a:ext>
            </a:extLst>
          </p:cNvPr>
          <p:cNvSpPr txBox="1"/>
          <p:nvPr/>
        </p:nvSpPr>
        <p:spPr>
          <a:xfrm>
            <a:off x="10325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FF3BF0-8C01-93BF-6C3C-E66B84BEE99B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AAB5D-B5EA-05FD-9D4A-88FE9BF7C426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8D762E1-ECE5-A172-E70A-A9B6A868B43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59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67B5CC-56B0-C2E0-F0CD-CC7D38591B6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E7039-47EC-5D8C-1812-10BA119C9D5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5727F-281F-3E12-3251-128F4CAB1FE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DED72-B9DA-9715-0B12-F32E965DBF0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F77A22-FEB6-744D-DC36-76B1F4E812F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945D9F-CABE-D0EA-6FAD-9DC50C67A60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EC5BA-DE52-99AA-9942-FDEB10048C7B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6A6AF-598E-8EBE-2DFE-85EF4A4B8617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862AA9-2418-078B-9ADC-6FE6C0BC0D1A}"/>
              </a:ext>
            </a:extLst>
          </p:cNvPr>
          <p:cNvSpPr txBox="1"/>
          <p:nvPr/>
        </p:nvSpPr>
        <p:spPr>
          <a:xfrm>
            <a:off x="8382000" y="2806700"/>
            <a:ext cx="31115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204A0-6AF4-17BD-643A-3246EAD6CC23}"/>
              </a:ext>
            </a:extLst>
          </p:cNvPr>
          <p:cNvSpPr txBox="1"/>
          <p:nvPr/>
        </p:nvSpPr>
        <p:spPr>
          <a:xfrm>
            <a:off x="8940800" y="2806700"/>
            <a:ext cx="25527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4D125-6FDB-7EF3-4CCD-BEC97E3A27D2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F1D5E-90C0-9419-A113-4D6F50AE33D5}"/>
              </a:ext>
            </a:extLst>
          </p:cNvPr>
          <p:cNvSpPr txBox="1"/>
          <p:nvPr/>
        </p:nvSpPr>
        <p:spPr>
          <a:xfrm>
            <a:off x="698500" y="1346200"/>
            <a:ext cx="7112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DD1541-ACA9-D15F-B003-3A583E33A3A1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818574-C45E-F0AE-B7D4-3F8DDCD923B2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BC6F2C-6D94-4A88-BB3C-7B4281A6A7C2}"/>
              </a:ext>
            </a:extLst>
          </p:cNvPr>
          <p:cNvSpPr txBox="1"/>
          <p:nvPr/>
        </p:nvSpPr>
        <p:spPr>
          <a:xfrm>
            <a:off x="698500" y="2921000"/>
            <a:ext cx="7112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6DF71-5358-8FED-887B-F7AE6BEFFAAD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09328D-C5D7-5713-1637-8F504DC2D5D4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A380F1-49FF-8221-226F-CF080FB69E95}"/>
              </a:ext>
            </a:extLst>
          </p:cNvPr>
          <p:cNvSpPr txBox="1"/>
          <p:nvPr/>
        </p:nvSpPr>
        <p:spPr>
          <a:xfrm>
            <a:off x="698500" y="4495800"/>
            <a:ext cx="7112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53D36E-7494-2790-B17F-4E5556AF28B6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3A3F95-0D99-9FC1-1365-AD47AE5DD352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07E962-7665-1A59-90D9-CC6851A1ADF0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3970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B7C286-9E4A-4CED-5E10-35217BD77CB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DFD9C-C549-40F3-3263-D3374E93397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AAF3D-5068-B126-EC05-48355AC6CB5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76D36-20C4-CE09-1EB2-0FED489EE95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07100D-95C3-4BBC-8D25-9763114D5C1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6529A7-3730-9E8B-06FE-2D1C39A57F5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9CB5C-9869-CE65-F599-0B7C179E3C63}"/>
              </a:ext>
            </a:extLst>
          </p:cNvPr>
          <p:cNvSpPr txBox="1"/>
          <p:nvPr/>
        </p:nvSpPr>
        <p:spPr>
          <a:xfrm>
            <a:off x="698500" y="1422400"/>
            <a:ext cx="317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2E2CB-255A-D104-FBDE-C311705BB454}"/>
              </a:ext>
            </a:extLst>
          </p:cNvPr>
          <p:cNvSpPr txBox="1"/>
          <p:nvPr/>
        </p:nvSpPr>
        <p:spPr>
          <a:xfrm>
            <a:off x="3784600" y="14224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851781-88E4-3D59-FD6F-7E344845DCCD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78123-358B-8EB2-FD03-652857CC3210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02A691-0ED7-9A3F-DD40-7FC45DBFC5C6}"/>
              </a:ext>
            </a:extLst>
          </p:cNvPr>
          <p:cNvSpPr txBox="1"/>
          <p:nvPr/>
        </p:nvSpPr>
        <p:spPr>
          <a:xfrm>
            <a:off x="698500" y="2717800"/>
            <a:ext cx="317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BCE30F-B3EE-2BCF-2F4B-477CE55E523F}"/>
              </a:ext>
            </a:extLst>
          </p:cNvPr>
          <p:cNvSpPr txBox="1"/>
          <p:nvPr/>
        </p:nvSpPr>
        <p:spPr>
          <a:xfrm>
            <a:off x="3784600" y="2717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0833A7-E618-93FF-F0C1-A1CDA70063FF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1A3191-DD42-33F3-2731-4EEBBA0D52F7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F98304-2C51-0851-8011-BDD6A8A43ECA}"/>
              </a:ext>
            </a:extLst>
          </p:cNvPr>
          <p:cNvSpPr txBox="1"/>
          <p:nvPr/>
        </p:nvSpPr>
        <p:spPr>
          <a:xfrm>
            <a:off x="698500" y="4013200"/>
            <a:ext cx="317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68E0EB-FD3D-B90C-6CA8-64A771FFC1EC}"/>
              </a:ext>
            </a:extLst>
          </p:cNvPr>
          <p:cNvSpPr txBox="1"/>
          <p:nvPr/>
        </p:nvSpPr>
        <p:spPr>
          <a:xfrm>
            <a:off x="3784600" y="40132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00E0D2-2553-5980-B3D3-F614DEF05EDF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2AA15-6A83-D465-C56E-E647DC3C5C12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84B2A-932D-A17D-F5A8-9A0AE1CCA326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A0CA8E-E4C9-515D-0F5E-F428E661E15E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6C88D5-B441-CD00-7CD8-4699057DFFCC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CE809A-61B0-43A4-524C-7527409C2E09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A39403-96D8-31EE-3944-FB73DB849016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4DBCA-DDCD-73E2-D2DD-9A8FC8FB1AE0}"/>
              </a:ext>
            </a:extLst>
          </p:cNvPr>
          <p:cNvSpPr txBox="1"/>
          <p:nvPr/>
        </p:nvSpPr>
        <p:spPr>
          <a:xfrm>
            <a:off x="4699000" y="3891453"/>
            <a:ext cx="56642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 ממנגנון התיוג.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3E9E64E-82B7-3A28-9E1F-0B211D9A4891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12BD1F-13CC-597F-17AC-B7E956767431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E86EE5-03ED-7A6E-B1FC-78774B743F78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9149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19EC99-91D0-029F-71ED-FE9BBB20D34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FD009-A2CF-84B6-849B-3CE8A36390B9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FCD16-194D-26DD-50AE-B41213AE6E9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770506-32D4-9B3A-556E-0554B0DA1EE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39EAA4-A76A-38D5-6703-F5076C49847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BFB5E9-6756-E98F-D573-7B4550FD2FC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87B408-48D8-FC9C-28AF-C825D812755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71600"/>
            <a:ext cx="94234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8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B45CC4-C73E-2661-DCDE-49BC0A9DE3E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38D2F-8C1B-D47D-CC5C-BE489513128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4E1AC-6813-5F39-CDFB-66F569288D6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AE060-E18B-C1A4-2516-D3077C0BF13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199C70-6363-5407-EA39-F70FAE6F6A4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625ADF-2A42-0601-74BE-7726FA11D00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C890E6-BE42-9858-4CFF-D7519F17317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33500"/>
            <a:ext cx="94234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96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BE6644-E002-D4B5-845C-4B79481827D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A9DFE-3DD2-0228-E258-4835A96BDAD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73B79-62CA-942F-9BFB-95527428118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E487A-D4BB-6512-177D-3DD9DD7FC74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F53C2E-3EFB-B845-7882-B50A928357A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B41693-1DDA-C41D-8871-4FA12143386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EBD93-5C64-479B-F371-B2CE3D5EFA6F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B27EB4-C71D-23AE-897C-D06AEBEF0F5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0E2227-806A-0A90-B55E-4895600FFF29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073079-A634-D993-1C75-EA054A3BFA0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5833184-07F0-1CD5-DCBA-B8C308F1C997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FB6CBE-F946-EBFB-F609-F00E837B83F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0104B3-CDE8-16AC-C6B5-616486C85199}"/>
              </a:ext>
            </a:extLst>
          </p:cNvPr>
          <p:cNvSpPr txBox="1"/>
          <p:nvPr/>
        </p:nvSpPr>
        <p:spPr>
          <a:xfrm>
            <a:off x="609600" y="4406900"/>
            <a:ext cx="109728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7BF4E-DBC7-3F91-6BBC-CEDC9E523B85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299D40-BAB0-E9A4-2036-43BF41983362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5536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Macintosh PowerPoint</Application>
  <PresentationFormat>Widescreen</PresentationFormat>
  <Paragraphs>202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2026-10-07T17:06:05Z</dcterms:created>
  <dcterms:modified xsi:type="dcterms:W3CDTF">2026-10-07T17:06:20Z</dcterms:modified>
</cp:coreProperties>
</file>