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356F-6BC2-DAE9-4C41-ABFC0A226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5A523-AF22-74BF-4360-C2B791DD0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C0795-70F0-6F71-A1BE-ACB1560F1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9491-171D-754F-8E6E-5378E6E62AA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86E0F-BF45-9C45-9592-875C69B5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2543C-88A9-9110-24F3-4B1B263C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29BE-DD10-484D-8ADD-D20E62000F9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91851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FE4B-6286-F052-B387-14D6F626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3DC53-989B-4939-D37F-4FBC72D37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FEDCF-3C04-82C1-8153-F59336329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9491-171D-754F-8E6E-5378E6E62AA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8A81F-885E-E850-DF2D-A00DE57DD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B1D59-C05E-DD63-12D9-620A1A154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29BE-DD10-484D-8ADD-D20E62000F9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62960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7BB4-6E92-2A4D-4462-7060937A1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26E75-00FE-7E57-4E3A-EF19D554D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2271D-73C7-EB6A-520D-B58850D00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9491-171D-754F-8E6E-5378E6E62AA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162CA-5B4A-DA37-2AD1-40062229C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D533C-5C68-DA4A-58B3-B75729EF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29BE-DD10-484D-8ADD-D20E62000F9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1970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A33B-5DB0-D439-FC9B-DF68E3F21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4E34-6471-608D-DD49-BDA60606E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399FF-0CAA-A5B4-BDBE-93C74644D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A59E4-0885-FA49-8C8A-7E2095B3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9491-171D-754F-8E6E-5378E6E62AA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0E145-D387-2FB1-3C49-62083701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7F60B-C03D-1377-28EE-2AB2B4EB4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29BE-DD10-484D-8ADD-D20E62000F9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0493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538C1-FE63-E051-E04A-FD4B540F2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E55C4-234E-EDD4-227D-8F2A20E07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D6B13-B91E-B629-6471-1FF80B34A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4B8C4-788F-3E79-7139-7C199E575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F6745-7F20-0019-0A25-B17E645470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0E213-8A0E-6286-873C-92AE60F15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9491-171D-754F-8E6E-5378E6E62AA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383F4F-425C-6ADD-B611-819957AF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353153-25E5-1AD6-EF72-61158235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29BE-DD10-484D-8ADD-D20E62000F9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2922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48E4-F12F-B936-1293-D68D750A8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A6021-BCE1-2190-B001-D23D20DA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9491-171D-754F-8E6E-5378E6E62AA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1B487-6959-521C-97DD-91C126C56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DCAD6-EDDA-7DB9-E358-571E0579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29BE-DD10-484D-8ADD-D20E62000F9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270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35D1B-4BE5-0C11-B5B1-7D9589BF8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9491-171D-754F-8E6E-5378E6E62AA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916EAF-5F57-1143-5CF5-42A62DF66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CFB1D-76A4-4F3E-C598-1ECE68E6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29BE-DD10-484D-8ADD-D20E62000F9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13615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0945-54ED-D4F5-F6DD-45D2C149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EB49B-7717-02AE-5C81-C4A536B66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D092-CF0A-F6AC-62E4-EFB522079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D563D-FB1B-5459-562B-F9B0E5A8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9491-171D-754F-8E6E-5378E6E62AA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329D9-FB9B-EFC2-EF02-EFEF5019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805F7-F406-B24E-6CE2-7C13C186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29BE-DD10-484D-8ADD-D20E62000F9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6838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DA25-29EF-2846-192E-6A14FD2F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62D6EC-4A52-3602-AF0A-1FC64DE7B93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F49F9-648E-7971-0A90-A26F80E64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EF0CD-29C2-63F6-96F6-D7B2FA0E3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9491-171D-754F-8E6E-5378E6E62AA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55DD6-B0A3-4979-F541-B4F29B82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5B9B0-FFE0-B19A-05B4-F15D0EDF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29BE-DD10-484D-8ADD-D20E62000F9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6848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9FD8-F3CE-98D1-502A-88DDEACFF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5F2DD-EB0B-CC85-0DAE-2BF36C859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59503-9F2F-6AE5-F702-E1B2502F6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9491-171D-754F-8E6E-5378E6E62AA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B828B-9518-B2F5-7B1E-995ED34F6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68005-1632-E619-086E-DDB22E69B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29BE-DD10-484D-8ADD-D20E62000F9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653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7B3F23-31B5-6016-154C-ACDF9D21B9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FBA75-8075-B0FA-3661-5C78330A3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1606A-A075-F2B7-07D1-5A2FC110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9491-171D-754F-8E6E-5378E6E62AA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8E933-E1C7-1FC8-0906-35F66587E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ACF06-0BA3-1215-2FB9-B95048EA6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29BE-DD10-484D-8ADD-D20E62000F9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39324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FF20E7-2FCC-12E2-FF31-A778E4781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70FF4-21E9-6A34-5E5A-43C0D2358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6926D-5E5E-580D-86B0-B952799C1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49491-171D-754F-8E6E-5378E6E62AA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D8C54-64ED-CDBE-F2BD-F74BC041D0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A975A-83CD-E27D-0A5E-D336A57BD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CD29BE-DD10-484D-8ADD-D20E62000F9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11947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DCE582-AD6C-6172-241E-6D2EB0078A59}"/>
              </a:ext>
            </a:extLst>
          </p:cNvPr>
          <p:cNvSpPr txBox="1"/>
          <p:nvPr/>
        </p:nvSpPr>
        <p:spPr>
          <a:xfrm>
            <a:off x="1270000" y="1524000"/>
            <a:ext cx="9652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 rtl="1"/>
            <a:r>
              <a:rPr lang="he-IL" sz="3000">
                <a:latin typeface="Arial" panose="020B0604020202020204" pitchFamily="34" charset="0"/>
                <a:sym typeface="David" panose="020E0502060401010101" pitchFamily="34" charset="-79"/>
              </a:rPr>
              <a:t>המודל </a:t>
            </a:r>
            <a:r>
              <a:rPr lang="en-US" sz="3000">
                <a:latin typeface="Arial" panose="020B0604020202020204" pitchFamily="34" charset="0"/>
                <a:sym typeface="David" panose="020E0502060401010101" pitchFamily="34" charset="-79"/>
              </a:rPr>
              <a:t>TF-IDF </a:t>
            </a:r>
            <a:r>
              <a:rPr lang="he-IL" sz="3000">
                <a:latin typeface="Arial" panose="020B0604020202020204" pitchFamily="34" charset="0"/>
                <a:sym typeface="David" panose="020E0502060401010101" pitchFamily="34" charset="-79"/>
              </a:rPr>
              <a:t>השיג </a:t>
            </a:r>
            <a:r>
              <a:rPr lang="en-US" sz="30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3000">
                <a:latin typeface="Arial" panose="020B0604020202020204" pitchFamily="34" charset="0"/>
                <a:sym typeface="David" panose="020E0502060401010101" pitchFamily="34" charset="-79"/>
              </a:rPr>
              <a:t>של 0.4197, ואילו </a:t>
            </a:r>
            <a:r>
              <a:rPr lang="en-US" sz="3000">
                <a:latin typeface="Arial" panose="020B0604020202020204" pitchFamily="34" charset="0"/>
                <a:sym typeface="David" panose="020E0502060401010101" pitchFamily="34" charset="-79"/>
              </a:rPr>
              <a:t>Hierarchical Transformer </a:t>
            </a:r>
            <a:r>
              <a:rPr lang="he-IL" sz="3000">
                <a:latin typeface="Arial" panose="020B0604020202020204" pitchFamily="34" charset="0"/>
                <a:sym typeface="David" panose="020E0502060401010101" pitchFamily="34" charset="-79"/>
              </a:rPr>
              <a:t>השיג </a:t>
            </a:r>
            <a:r>
              <a:rPr lang="en-US" sz="30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3000">
                <a:latin typeface="Arial" panose="020B0604020202020204" pitchFamily="34" charset="0"/>
                <a:sym typeface="David" panose="020E0502060401010101" pitchFamily="34" charset="-79"/>
              </a:rPr>
              <a:t>של 0.6029.</a:t>
            </a:r>
            <a:endParaRPr lang="en-IL" sz="30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73773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2026-10-07T17:01:34Z</dcterms:created>
  <dcterms:modified xsi:type="dcterms:W3CDTF">2026-10-07T17:01:36Z</dcterms:modified>
</cp:coreProperties>
</file>