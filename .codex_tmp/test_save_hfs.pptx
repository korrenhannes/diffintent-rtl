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6"/>
  </p:normalViewPr>
  <p:slideViewPr>
    <p:cSldViewPr snapToGrid="0">
      <p:cViewPr varScale="1">
        <p:scale>
          <a:sx n="116" d="100"/>
          <a:sy n="116" d="100"/>
        </p:scale>
        <p:origin x="60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869EB-D359-E4D7-DA89-6781C359D8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25AB92-ACBE-DCC0-82F6-ECD7F7FD30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2BB91D-03FD-4182-6257-18175FF51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620BB-65F3-7E49-89EC-464CAEA55BA6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28390C-F964-DA21-A5B2-34FE899A8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C9B23D-FA98-1353-F1FE-2DF0720C4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CCE17-C0F7-A548-9893-2F023535F35C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7435888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630B37-B1C5-AC3F-8092-10D220A1C9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27F236-29FF-5377-8DC1-E1AEBA22A5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5DDDF-CCFF-70D5-83A9-651DC439B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620BB-65F3-7E49-89EC-464CAEA55BA6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B54BC6-3B85-6328-57C0-F17B38AF26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3E75F5-49BC-9FAF-B671-E0FBE689F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CCE17-C0F7-A548-9893-2F023535F35C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3561935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C1473-63C0-6656-82A7-453333D2D1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CC3916-F648-9C3A-7753-2490778B86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01FC2-5EF8-29E9-6EED-44B83952D4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620BB-65F3-7E49-89EC-464CAEA55BA6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A0BD41-CFFC-78BB-FBBF-678D87A0F7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5F2F73-383E-E7C8-12D3-69D6E96C2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CCE17-C0F7-A548-9893-2F023535F35C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1852985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8C642-EC8D-45BE-6636-5C69676695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45EC17-3E51-BFD4-67BB-199F74D19E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085ED9-6EEF-1F48-3296-815BCAF665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A14490-6568-56A9-979F-82931D45E2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620BB-65F3-7E49-89EC-464CAEA55BA6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54859D-2398-92B8-5F7A-CB2F9E16E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9B30DC-7AEA-FB27-B630-CE6AC0A194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CCE17-C0F7-A548-9893-2F023535F35C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055652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54A46-6D64-07D7-4923-7A8EB35FB1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778875-CEFD-22E7-2FC7-9BEEEA64A1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C9EEA9-D83B-14AC-E503-1B011C86B4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6FD0B0-84D4-43E4-01E7-E7E0D0F20D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A30B3D3-6674-5D35-AE9B-27A385B013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B1751E-2B5E-B53F-6BF4-DE64E5807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620BB-65F3-7E49-89EC-464CAEA55BA6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3D5F17-5146-7EF2-6C60-B598EBD62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E01C21D-5A0F-A7D9-3EEB-574094892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CCE17-C0F7-A548-9893-2F023535F35C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1474102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50CF21-2D28-6320-698D-CF3EE70A30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738E53-8045-4565-BF27-A293D8CAA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620BB-65F3-7E49-89EC-464CAEA55BA6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5305D-411E-02ED-AA10-868D30EA2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60636E-9489-B379-8CD3-AFC18CA9A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CCE17-C0F7-A548-9893-2F023535F35C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2483138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1C20711-70EA-AC57-8BF8-B2707F3B24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620BB-65F3-7E49-89EC-464CAEA55BA6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83946F-F4CC-B762-5DAC-C86694AAA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B2ABEB-1E9B-CFE6-6A7E-22D247168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CCE17-C0F7-A548-9893-2F023535F35C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229100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0A29C9-4B7C-06A9-820F-EB6CC38CD8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3EB893-607B-D880-C181-7580DBE424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958208-42C1-F170-0A8A-CA4546F12D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76873B-87E7-D607-E018-2B8EF5FA5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620BB-65F3-7E49-89EC-464CAEA55BA6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750CBC-D471-6F59-51FC-7D1595A9D8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28793F-3735-B47D-D71F-2771CDE3E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CCE17-C0F7-A548-9893-2F023535F35C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9541735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5F975F-FC31-F073-1890-E34FABCE3C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544E0A8-AD5C-FF3C-3776-0EE412566AC8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24B1E8-D15B-DB1C-8780-610C5B9CBD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8E9EF4-EC70-E2D6-C462-4E984A9920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620BB-65F3-7E49-89EC-464CAEA55BA6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1DCADA-164A-DCB5-8049-59D6499120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4F4B97-04C0-BA26-5CE0-465548D9C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CCE17-C0F7-A548-9893-2F023535F35C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4358716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0B628-3D4F-8CBA-2E8F-9C344232F0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9D1A51-A8F6-28F7-8D6D-33C03F40B8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4607FB-5401-B9BC-D429-B01DAD2DA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620BB-65F3-7E49-89EC-464CAEA55BA6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21E974-6E23-B521-978F-F51EDB70CA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1C77AA-4E60-9F09-C727-0105CFC4A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CCE17-C0F7-A548-9893-2F023535F35C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9894728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B51DEC-A283-85DA-9D55-26B4D5ED4E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9E374C-E812-CEDD-F438-A1EAD14FEB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89E6DD-4548-0679-A220-30DB3E654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620BB-65F3-7E49-89EC-464CAEA55BA6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9D7E96-5D07-6DE3-9DAF-A3FE01A819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E61CD8-02C9-1BDB-E0F9-BA040EA4F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CCE17-C0F7-A548-9893-2F023535F35C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9091650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69B6CB-10CC-6EF0-AEE1-590483B78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D2AB2B-81FF-CC2F-F88D-D80D714477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8C3671-74CE-D0AF-8E7F-51988D21B1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C620BB-65F3-7E49-89EC-464CAEA55BA6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A5ADDB-B7A7-C987-0896-CE42013126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F19664-9C02-E16C-4828-CDFAFA79D9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CCCE17-C0F7-A548-9893-2F023535F35C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1859210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11C76-B2FB-3CA2-7CBF-59F6DEEA4EA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A4EB31-AEB6-EB65-65EE-3D6404F3B96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8092971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Korren Hannes</dc:creator>
  <cp:lastModifiedBy>Korren Hannes</cp:lastModifiedBy>
  <cp:revision>1</cp:revision>
  <dcterms:created xsi:type="dcterms:W3CDTF">2026-10-07T16:29:23Z</dcterms:created>
  <dcterms:modified xsi:type="dcterms:W3CDTF">2026-10-07T16:30:33Z</dcterms:modified>
</cp:coreProperties>
</file>