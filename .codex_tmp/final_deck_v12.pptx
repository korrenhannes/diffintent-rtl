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9D4DB-88A3-8040-9748-07CDF6F6C4E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6573A-1C4F-394D-99F3-865CFD4F0D8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380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0193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290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Git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סעיף 2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90706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21473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0201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וכן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flips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2895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MLP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40453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heads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0075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3448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51617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seed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כמו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4110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62594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55283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RTL.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3573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21001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13671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6573A-1C4F-394D-99F3-865CFD4F0D85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95857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51491-06E8-F56B-E114-15FFD7F76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B60AF-267C-1CB1-BF95-753894E57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86683-2DEC-E31F-8294-97A4F70EB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4BF0-A7E9-544E-A294-71D34CB27FD1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B481F-23C6-DFE4-85DC-F168F2FE5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8ABC0-1198-FB98-B2CE-29A42668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AC96-C363-5B43-91C4-416FB2C10E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063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2FD6D-9555-A4A0-7637-B7A09671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47EF4-59EB-B2A0-758A-C1AB5CEA6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A90C6-C7C6-D26B-7C83-B7339781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4BF0-A7E9-544E-A294-71D34CB27FD1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DCEB7-FE6B-7832-60C6-1E93A46E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96178-4033-D2AD-DE31-4A19F700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AC96-C363-5B43-91C4-416FB2C10E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65431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FB59A-6C7A-8CF6-C750-653725617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5E9B9-FF5D-AB92-EEF1-63BE7DF95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927B3-C16B-F5FE-3253-D967994ED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4BF0-A7E9-544E-A294-71D34CB27FD1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A3548-C6E1-B539-8394-71EE6B697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D0A65-CF82-1B01-B9AF-2AE1ED747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AC96-C363-5B43-91C4-416FB2C10E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2320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16849-DB36-583B-61DB-15DDBDA5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4ED0E-4A51-FDBD-B1D7-857D7C392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F81D-B711-2C45-FB09-E494F1D99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16997-46E1-8FA1-81BB-07AA27A8F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4BF0-A7E9-544E-A294-71D34CB27FD1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257AC-6C41-0EA0-68AE-AB974463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5E2FC-5CFC-2866-3DB1-40D4BBF27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AC96-C363-5B43-91C4-416FB2C10E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0446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D481D-9A1D-884B-DB66-D29732B9F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7746B-C7EE-3573-9CC1-0C31D4B36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67732-D896-C0F5-E873-83B40BECD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AA1373-416D-38A4-D8F8-4AF34259EF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5AE85F-1562-3EAD-58ED-B2C4A50DF5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076E8A-2118-4E9F-0ED0-9CA421CF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4BF0-A7E9-544E-A294-71D34CB27FD1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E15453-ECE7-F6E0-DD42-418BE89E4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1AA76C-B844-ACBE-7EA5-E266338C5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AC96-C363-5B43-91C4-416FB2C10E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5874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1EB64-81C1-AC51-962D-8FDA8512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0C872-180E-78C8-2FE1-B9251C24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4BF0-A7E9-544E-A294-71D34CB27FD1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0A758-76B7-D0A7-F38E-C68E1F4B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5EF73-F6FF-0109-F5BD-410BA638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AC96-C363-5B43-91C4-416FB2C10E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3308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5E470C-6452-9F0B-D05D-CA3194FC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4BF0-A7E9-544E-A294-71D34CB27FD1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48B7B3-FB85-6FC9-CD25-45CAAD6E6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8DB58-2B79-4E0D-ACC9-59A32E06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AC96-C363-5B43-91C4-416FB2C10E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398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66DF9-3263-291B-2C37-5E61E3BC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2B1BE-56B6-970E-F845-D7F247CF1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10425-2287-31E1-EB84-3BCCDC157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27A00-25C4-FCE9-9134-77D3B63DF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4BF0-A7E9-544E-A294-71D34CB27FD1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3C915-760C-B169-D12B-A4C9488F3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DEEE3-4782-A124-2BCA-3F6868B9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AC96-C363-5B43-91C4-416FB2C10E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10800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FBDB0-1EAA-0CD9-A687-F3BC3CF79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DB7BA-51DC-CB6D-CF66-4C241DB774F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30C47-31D4-CD00-5E52-A119DC4A6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9AF68-4700-19AE-0468-DC49E946E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4BF0-A7E9-544E-A294-71D34CB27FD1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69D90-E54B-3C33-4395-63AF52E08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1A93A-EA70-E2E9-87B0-78368248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AC96-C363-5B43-91C4-416FB2C10E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86445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89F9-F5CD-5660-A696-DA8CDB666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3022D2-C505-C12D-8E61-2E1ED7051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58A28-7793-AF0F-0E5C-A0F83628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4BF0-A7E9-544E-A294-71D34CB27FD1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D70FD-5EB8-F81B-8D4A-69A87A62E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DADE8-5DB9-0D7E-F2E8-65AD187C8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AC96-C363-5B43-91C4-416FB2C10E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57605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A682C2-AA78-5D95-5967-078C2E7668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B12B2-7F65-02AE-69CE-E6BAC3EB5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2B678-C3D9-78B4-7C88-333BBA31F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4BF0-A7E9-544E-A294-71D34CB27FD1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F725D-1A42-03B8-2456-CCB30E67E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F8BD0-5A17-4D80-3590-765E024FB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AC96-C363-5B43-91C4-416FB2C10E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4399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2EB52E-F1CF-B33E-251F-FD232583A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58B91-B773-78C4-6993-8952C30B4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2FB39-930F-23DF-6FA8-CFB3F92C0C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34BF0-A7E9-544E-A294-71D34CB27FD1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4D278-E60F-E169-7F91-547918367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4891F-67D3-FBED-54AC-5393ACAF3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2AC96-C363-5B43-91C4-416FB2C10E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6593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37">
            <a:extLst>
              <a:ext uri="{FF2B5EF4-FFF2-40B4-BE49-F238E27FC236}">
                <a16:creationId xmlns:a16="http://schemas.microsoft.com/office/drawing/2014/main" id="{A9CB4643-3E77-6656-7790-7D25A97B3CC2}"/>
              </a:ext>
            </a:extLst>
          </p:cNvPr>
          <p:cNvSpPr/>
          <p:nvPr/>
        </p:nvSpPr>
        <p:spPr>
          <a:xfrm>
            <a:off x="12065000" y="0"/>
            <a:ext cx="127000" cy="68580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E9B08-ED48-CBC5-19BC-1869C45986C1}"/>
              </a:ext>
            </a:extLst>
          </p:cNvPr>
          <p:cNvSpPr txBox="1"/>
          <p:nvPr/>
        </p:nvSpPr>
        <p:spPr>
          <a:xfrm>
            <a:off x="5207000" y="869310"/>
            <a:ext cx="60325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451160-A6CE-9585-6FB1-063483BB3DC4}"/>
              </a:ext>
            </a:extLst>
          </p:cNvPr>
          <p:cNvSpPr txBox="1"/>
          <p:nvPr/>
        </p:nvSpPr>
        <p:spPr>
          <a:xfrm>
            <a:off x="5207000" y="1894577"/>
            <a:ext cx="60325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מטרת שינוי וחוסרים פונקציונליים בקוד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657DC1-8CA6-5E88-8B44-04563DE943DB}"/>
              </a:ext>
            </a:extLst>
          </p:cNvPr>
          <p:cNvSpPr txBox="1"/>
          <p:nvPr/>
        </p:nvSpPr>
        <p:spPr>
          <a:xfrm>
            <a:off x="9144000" y="3098304"/>
            <a:ext cx="20955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9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RTL</a:t>
            </a:r>
            <a:endParaRPr lang="en-IL" sz="29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1EDE43-FA75-D0C4-64E0-95EE3B10D4B1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40B3D76-78E3-B989-D69F-28EEF2F59873}"/>
              </a:ext>
            </a:extLst>
          </p:cNvPr>
          <p:cNvSpPr txBox="1"/>
          <p:nvPr/>
        </p:nvSpPr>
        <p:spPr>
          <a:xfrm>
            <a:off x="5207000" y="4348653"/>
            <a:ext cx="6032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קורן הנס  |  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3EB812-C0D9-B06B-FBD2-F69E564CA2A3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60F45-B1C3-46A2-A82E-DA6B23FC44AF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B00BA6-A32A-FD8A-1915-8B540DDAFF19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83438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38">
            <a:extLst>
              <a:ext uri="{FF2B5EF4-FFF2-40B4-BE49-F238E27FC236}">
                <a16:creationId xmlns:a16="http://schemas.microsoft.com/office/drawing/2014/main" id="{D72247FD-F416-4DC1-805D-66C4FB2D5A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39">
            <a:extLst>
              <a:ext uri="{FF2B5EF4-FFF2-40B4-BE49-F238E27FC236}">
                <a16:creationId xmlns:a16="http://schemas.microsoft.com/office/drawing/2014/main" id="{9ABAA54F-9C30-F1E5-EC12-0C191D7E1F5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3FADF7-2D48-BC05-4FB5-72D959C53EA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חוסר גדול מסתתר בשינוי קטן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AFF01-955C-BE27-B695-C78B04B5AB1E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78556B-9207-5883-C9D6-32B301999A3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18C74FE-DAD9-AD1A-FAC0-1F7A16557ADC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02 / 14</a:t>
            </a:r>
          </a:p>
        </p:txBody>
      </p:sp>
      <p:sp>
        <p:nvSpPr>
          <p:cNvPr id="10" name="Shape_640">
            <a:extLst>
              <a:ext uri="{FF2B5EF4-FFF2-40B4-BE49-F238E27FC236}">
                <a16:creationId xmlns:a16="http://schemas.microsoft.com/office/drawing/2014/main" id="{B40FBE99-AD85-61D4-1928-EFD313838068}"/>
              </a:ext>
            </a:extLst>
          </p:cNvPr>
          <p:cNvSpPr/>
          <p:nvPr/>
        </p:nvSpPr>
        <p:spPr>
          <a:xfrm>
            <a:off x="609600" y="1333500"/>
            <a:ext cx="6413500" cy="41910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96D003-FDFD-49A4-03B5-B7613372A1D0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Shape_641">
            <a:extLst>
              <a:ext uri="{FF2B5EF4-FFF2-40B4-BE49-F238E27FC236}">
                <a16:creationId xmlns:a16="http://schemas.microsoft.com/office/drawing/2014/main" id="{3EA47533-9AE9-3DDF-E119-B62C6D417F0B}"/>
              </a:ext>
            </a:extLst>
          </p:cNvPr>
          <p:cNvSpPr/>
          <p:nvPr/>
        </p:nvSpPr>
        <p:spPr>
          <a:xfrm>
            <a:off x="914400" y="4749800"/>
            <a:ext cx="5778500" cy="457200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rgbClr val="23364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C88240-D14A-CFCB-B30E-15A03C25AA27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EA00AA-D01B-71D4-6F4A-DA8CAC27D54A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6F8AC5-2CC3-87FA-6670-C9FBE880973F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20F68A-BAC9-AA9E-DD9E-5E77651071C5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62FB582-13FD-DB50-6E53-288EF7329517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5C2D45-C18B-EEB1-C52D-329F5756FDA8}"/>
              </a:ext>
            </a:extLst>
          </p:cNvPr>
          <p:cNvSpPr txBox="1"/>
          <p:nvPr/>
        </p:nvSpPr>
        <p:spPr>
          <a:xfrm>
            <a:off x="7429500" y="4999042"/>
            <a:ext cx="4064000" cy="85664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 </a:t>
            </a:r>
            <a:r>
              <a:rPr lang="en-US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⁦Code Review⁩ </a:t>
            </a:r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ההקשר, המבנה וההבדל בין השורות.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87109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42">
            <a:extLst>
              <a:ext uri="{FF2B5EF4-FFF2-40B4-BE49-F238E27FC236}">
                <a16:creationId xmlns:a16="http://schemas.microsoft.com/office/drawing/2014/main" id="{E6EA68E2-7F13-939C-215A-7428D12426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43">
            <a:extLst>
              <a:ext uri="{FF2B5EF4-FFF2-40B4-BE49-F238E27FC236}">
                <a16:creationId xmlns:a16="http://schemas.microsoft.com/office/drawing/2014/main" id="{327941D2-9384-568A-C186-32938BCD029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716819-F3C1-0DC3-2D27-C700D009ED53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5F2DC-80EE-5700-45DB-7889D1DC1ED1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65A5AF-E107-D24A-A42D-E40D45F7D19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70CCC9E-5D57-C878-02F2-4077F173153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03 / 14</a:t>
            </a:r>
          </a:p>
        </p:txBody>
      </p:sp>
      <p:sp>
        <p:nvSpPr>
          <p:cNvPr id="10" name="Shape_644">
            <a:extLst>
              <a:ext uri="{FF2B5EF4-FFF2-40B4-BE49-F238E27FC236}">
                <a16:creationId xmlns:a16="http://schemas.microsoft.com/office/drawing/2014/main" id="{CAA7059F-B664-F6DC-FEBB-6DD3C9F06759}"/>
              </a:ext>
            </a:extLst>
          </p:cNvPr>
          <p:cNvSpPr/>
          <p:nvPr/>
        </p:nvSpPr>
        <p:spPr>
          <a:xfrm>
            <a:off x="6350000" y="1498600"/>
            <a:ext cx="5143500" cy="2616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3A068F-FEBC-AFC1-0C34-7391A68A67FC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2DA32E-607F-0D70-C51E-1790FCD53874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8F99A0-9D91-2D4D-40B2-56544798F5C3}"/>
              </a:ext>
            </a:extLst>
          </p:cNvPr>
          <p:cNvSpPr txBox="1"/>
          <p:nvPr/>
        </p:nvSpPr>
        <p:spPr>
          <a:xfrm>
            <a:off x="9017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645">
            <a:extLst>
              <a:ext uri="{FF2B5EF4-FFF2-40B4-BE49-F238E27FC236}">
                <a16:creationId xmlns:a16="http://schemas.microsoft.com/office/drawing/2014/main" id="{AF623E7D-7830-7DA0-6EE0-120130E0B511}"/>
              </a:ext>
            </a:extLst>
          </p:cNvPr>
          <p:cNvSpPr/>
          <p:nvPr/>
        </p:nvSpPr>
        <p:spPr>
          <a:xfrm>
            <a:off x="698500" y="1498600"/>
            <a:ext cx="5143500" cy="2616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171164-7AE1-D6F3-D350-506788FFEC89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04AFBD-57A9-0A08-8914-2F5C76DD5FD9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802554-2716-73A0-931D-FD364DB93F51}"/>
              </a:ext>
            </a:extLst>
          </p:cNvPr>
          <p:cNvSpPr txBox="1"/>
          <p:nvPr/>
        </p:nvSpPr>
        <p:spPr>
          <a:xfrm>
            <a:off x="3365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FC994DE-FF68-E506-E983-6159AA8684CE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2D6E16D-43E2-E1B0-C77B-12253C99D40B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E577ED-0161-7A26-8F80-EDB4B795B38B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903D93-850F-A366-2DE7-DDC72387C3E2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08794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46">
            <a:extLst>
              <a:ext uri="{FF2B5EF4-FFF2-40B4-BE49-F238E27FC236}">
                <a16:creationId xmlns:a16="http://schemas.microsoft.com/office/drawing/2014/main" id="{D38F0ECE-5F06-3CFE-19E0-273177E86C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47">
            <a:extLst>
              <a:ext uri="{FF2B5EF4-FFF2-40B4-BE49-F238E27FC236}">
                <a16:creationId xmlns:a16="http://schemas.microsoft.com/office/drawing/2014/main" id="{DAAA4936-1206-EBE5-0A35-21BBADA4CE8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71554B-9A4C-1E14-F179-B13B94F2A64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95555-7F00-A594-EE18-EF17AA2DE87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E4D8F1-124E-D12D-E678-620053F9B73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72370C8-F685-9A3D-AF60-5EB93937B8C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04 / 14</a:t>
            </a:r>
          </a:p>
        </p:txBody>
      </p:sp>
      <p:sp>
        <p:nvSpPr>
          <p:cNvPr id="10" name="Shape_648">
            <a:extLst>
              <a:ext uri="{FF2B5EF4-FFF2-40B4-BE49-F238E27FC236}">
                <a16:creationId xmlns:a16="http://schemas.microsoft.com/office/drawing/2014/main" id="{FC718609-1B86-179C-F859-D1467DC7D85B}"/>
              </a:ext>
            </a:extLst>
          </p:cNvPr>
          <p:cNvSpPr/>
          <p:nvPr/>
        </p:nvSpPr>
        <p:spPr>
          <a:xfrm>
            <a:off x="939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113BBB-91D7-9D48-7175-67DE57457F83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4FE634-B2B5-0EB1-2CEC-7B03FBE8A730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649">
            <a:extLst>
              <a:ext uri="{FF2B5EF4-FFF2-40B4-BE49-F238E27FC236}">
                <a16:creationId xmlns:a16="http://schemas.microsoft.com/office/drawing/2014/main" id="{9595484C-A01F-37A4-B357-AE56EADEE4EF}"/>
              </a:ext>
            </a:extLst>
          </p:cNvPr>
          <p:cNvSpPr/>
          <p:nvPr/>
        </p:nvSpPr>
        <p:spPr>
          <a:xfrm>
            <a:off x="7175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21403F-7025-9598-681B-00B6E7C0CC70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19A8AB-2FF7-087E-E463-7997044629A7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650">
            <a:extLst>
              <a:ext uri="{FF2B5EF4-FFF2-40B4-BE49-F238E27FC236}">
                <a16:creationId xmlns:a16="http://schemas.microsoft.com/office/drawing/2014/main" id="{5A87262F-6EC9-006A-28C1-60118CFE3326}"/>
              </a:ext>
            </a:extLst>
          </p:cNvPr>
          <p:cNvSpPr/>
          <p:nvPr/>
        </p:nvSpPr>
        <p:spPr>
          <a:xfrm>
            <a:off x="4953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734006-F59F-5393-C6FA-07E26179B361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280713-5984-8A10-D200-224EBC4EA173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651">
            <a:extLst>
              <a:ext uri="{FF2B5EF4-FFF2-40B4-BE49-F238E27FC236}">
                <a16:creationId xmlns:a16="http://schemas.microsoft.com/office/drawing/2014/main" id="{04CF359B-F60C-EA9E-0C0D-BA42C001981B}"/>
              </a:ext>
            </a:extLst>
          </p:cNvPr>
          <p:cNvSpPr/>
          <p:nvPr/>
        </p:nvSpPr>
        <p:spPr>
          <a:xfrm>
            <a:off x="2730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D3A771-465A-9DE1-887C-8B57A6F7CD40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C322092-5A9D-E98C-8F34-B4792CCA7384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652">
            <a:extLst>
              <a:ext uri="{FF2B5EF4-FFF2-40B4-BE49-F238E27FC236}">
                <a16:creationId xmlns:a16="http://schemas.microsoft.com/office/drawing/2014/main" id="{C35AA793-6D4D-F2E4-3112-3138203B3438}"/>
              </a:ext>
            </a:extLst>
          </p:cNvPr>
          <p:cNvSpPr/>
          <p:nvPr/>
        </p:nvSpPr>
        <p:spPr>
          <a:xfrm>
            <a:off x="50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EC5D82-3AE3-F1C2-81B0-9078FA7B8777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7DD7FE-204C-42CB-284E-95EDE0714BB9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B730AF-FE22-5B2C-39CC-47DF04634F84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B4A3A0-3CC1-6D64-86E3-30C26A33A60A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003954-FD6E-2F7D-1396-4CCF7F6BAE75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6A7B23-4ED4-20B7-EE55-EB353E3ACA48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CFD5A1-DB7B-4C4D-0BFE-9E556B969BCA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Shape_653">
            <a:extLst>
              <a:ext uri="{FF2B5EF4-FFF2-40B4-BE49-F238E27FC236}">
                <a16:creationId xmlns:a16="http://schemas.microsoft.com/office/drawing/2014/main" id="{4BB5DEAF-AE2A-7854-2E23-3B25B7291D40}"/>
              </a:ext>
            </a:extLst>
          </p:cNvPr>
          <p:cNvSpPr/>
          <p:nvPr/>
        </p:nvSpPr>
        <p:spPr>
          <a:xfrm>
            <a:off x="698500" y="5181600"/>
            <a:ext cx="10795000" cy="774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D3E50F-FD77-954F-950D-E107CD010680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43335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54">
            <a:extLst>
              <a:ext uri="{FF2B5EF4-FFF2-40B4-BE49-F238E27FC236}">
                <a16:creationId xmlns:a16="http://schemas.microsoft.com/office/drawing/2014/main" id="{D91F8D37-30C0-1BAB-8961-9F1E2B6B6C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55">
            <a:extLst>
              <a:ext uri="{FF2B5EF4-FFF2-40B4-BE49-F238E27FC236}">
                <a16:creationId xmlns:a16="http://schemas.microsoft.com/office/drawing/2014/main" id="{A15A9321-01D6-F471-70E9-706BD627A4A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9E9A3-3437-2552-189C-1EF27DB131F7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00356-84F2-F64B-411D-F6CB8DCAC667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72FC85-6224-D21F-B404-C97B47DCEA2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61402C5-4C8E-535B-EE60-4F0C98BD0A5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0E7E1A-80EE-9D68-873A-9FD5F94918F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Shape_656">
            <a:extLst>
              <a:ext uri="{FF2B5EF4-FFF2-40B4-BE49-F238E27FC236}">
                <a16:creationId xmlns:a16="http://schemas.microsoft.com/office/drawing/2014/main" id="{4D0613F5-C4E6-162D-880D-DF593E573567}"/>
              </a:ext>
            </a:extLst>
          </p:cNvPr>
          <p:cNvSpPr/>
          <p:nvPr/>
        </p:nvSpPr>
        <p:spPr>
          <a:xfrm>
            <a:off x="6261100" y="1447800"/>
            <a:ext cx="52324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657">
            <a:extLst>
              <a:ext uri="{FF2B5EF4-FFF2-40B4-BE49-F238E27FC236}">
                <a16:creationId xmlns:a16="http://schemas.microsoft.com/office/drawing/2014/main" id="{AA2A0FDB-E600-088C-EA67-8AE1CB924D1B}"/>
              </a:ext>
            </a:extLst>
          </p:cNvPr>
          <p:cNvSpPr/>
          <p:nvPr/>
        </p:nvSpPr>
        <p:spPr>
          <a:xfrm>
            <a:off x="11404600" y="1447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E11425-6189-427A-7ADD-8E398EAA0373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A3C0C2-7402-057A-9984-EA41FD1559D5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Shape_658">
            <a:extLst>
              <a:ext uri="{FF2B5EF4-FFF2-40B4-BE49-F238E27FC236}">
                <a16:creationId xmlns:a16="http://schemas.microsoft.com/office/drawing/2014/main" id="{75EA0F60-0C81-9629-FAF4-BD9A78094298}"/>
              </a:ext>
            </a:extLst>
          </p:cNvPr>
          <p:cNvSpPr/>
          <p:nvPr/>
        </p:nvSpPr>
        <p:spPr>
          <a:xfrm>
            <a:off x="6261100" y="2705100"/>
            <a:ext cx="52324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Shape_659">
            <a:extLst>
              <a:ext uri="{FF2B5EF4-FFF2-40B4-BE49-F238E27FC236}">
                <a16:creationId xmlns:a16="http://schemas.microsoft.com/office/drawing/2014/main" id="{2EFB06D0-E5D0-46DE-4E22-8088A6F317CD}"/>
              </a:ext>
            </a:extLst>
          </p:cNvPr>
          <p:cNvSpPr/>
          <p:nvPr/>
        </p:nvSpPr>
        <p:spPr>
          <a:xfrm>
            <a:off x="11404600" y="27051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ABFF43-1789-596C-FAAC-3A2305A1F9B5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0CA587-9037-9ABC-A57B-90E515AED4ED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660">
            <a:extLst>
              <a:ext uri="{FF2B5EF4-FFF2-40B4-BE49-F238E27FC236}">
                <a16:creationId xmlns:a16="http://schemas.microsoft.com/office/drawing/2014/main" id="{FFA82DB6-82CE-14CF-D6CE-1DBAD859BE45}"/>
              </a:ext>
            </a:extLst>
          </p:cNvPr>
          <p:cNvSpPr/>
          <p:nvPr/>
        </p:nvSpPr>
        <p:spPr>
          <a:xfrm>
            <a:off x="6261100" y="3962400"/>
            <a:ext cx="52324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Shape_661">
            <a:extLst>
              <a:ext uri="{FF2B5EF4-FFF2-40B4-BE49-F238E27FC236}">
                <a16:creationId xmlns:a16="http://schemas.microsoft.com/office/drawing/2014/main" id="{A39799DD-A804-5F87-14BD-776907279F3B}"/>
              </a:ext>
            </a:extLst>
          </p:cNvPr>
          <p:cNvSpPr/>
          <p:nvPr/>
        </p:nvSpPr>
        <p:spPr>
          <a:xfrm>
            <a:off x="11404600" y="39624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72E29C-144A-3900-7E0A-CF16C0727B8B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DC2739-9EA5-AAE5-3746-28DADB55491D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65F3E0-E508-7BD6-4B24-6C6E1E731FD3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08792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62">
            <a:extLst>
              <a:ext uri="{FF2B5EF4-FFF2-40B4-BE49-F238E27FC236}">
                <a16:creationId xmlns:a16="http://schemas.microsoft.com/office/drawing/2014/main" id="{2021097F-E196-0742-9F95-2A5671F094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63">
            <a:extLst>
              <a:ext uri="{FF2B5EF4-FFF2-40B4-BE49-F238E27FC236}">
                <a16:creationId xmlns:a16="http://schemas.microsoft.com/office/drawing/2014/main" id="{703C3E9C-E449-E8DD-E161-6CAFC2842E3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52795D-F9E2-9ACF-323F-CF5C9D58E18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3EE5A-4AF4-DF1B-305D-98406AB622E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EF8E0F-31B1-F531-FDA1-49510B0B12A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2870D9-4F44-983D-B30E-5EA4BF3D028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06 / 14</a:t>
            </a:r>
          </a:p>
        </p:txBody>
      </p:sp>
      <p:sp>
        <p:nvSpPr>
          <p:cNvPr id="10" name="Shape_664">
            <a:extLst>
              <a:ext uri="{FF2B5EF4-FFF2-40B4-BE49-F238E27FC236}">
                <a16:creationId xmlns:a16="http://schemas.microsoft.com/office/drawing/2014/main" id="{3157A7AC-6EBB-B439-0339-4F91F8A30BCC}"/>
              </a:ext>
            </a:extLst>
          </p:cNvPr>
          <p:cNvSpPr/>
          <p:nvPr/>
        </p:nvSpPr>
        <p:spPr>
          <a:xfrm>
            <a:off x="6413500" y="1498600"/>
            <a:ext cx="5080000" cy="32385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683FBC-85E3-88D7-CA8B-967F656D43AB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067A86-0525-2BF6-2124-6F1AE00AF5D2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Shape_665">
            <a:extLst>
              <a:ext uri="{FF2B5EF4-FFF2-40B4-BE49-F238E27FC236}">
                <a16:creationId xmlns:a16="http://schemas.microsoft.com/office/drawing/2014/main" id="{74D1DC8F-05D8-CA13-5C26-F425B4971126}"/>
              </a:ext>
            </a:extLst>
          </p:cNvPr>
          <p:cNvSpPr/>
          <p:nvPr/>
        </p:nvSpPr>
        <p:spPr>
          <a:xfrm>
            <a:off x="698500" y="1498600"/>
            <a:ext cx="5080000" cy="3238500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rgbClr val="262F3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9EB6EB-0635-92B6-A651-6867D688C099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BBA692-7BB2-3C2A-2ED0-81E8AC0EE646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85DF72-17DF-5D80-CFBF-F6E13DEC8C7B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4D0580E-882D-8FE1-868D-FB30D08AA82D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97E2E5-8F78-A773-538F-C61063E4BFB7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4554D1-252E-DEE3-2E3A-814D13ADA821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91758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66">
            <a:extLst>
              <a:ext uri="{FF2B5EF4-FFF2-40B4-BE49-F238E27FC236}">
                <a16:creationId xmlns:a16="http://schemas.microsoft.com/office/drawing/2014/main" id="{DED9D65F-589B-43E3-CAE8-0D7AB86FF4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67">
            <a:extLst>
              <a:ext uri="{FF2B5EF4-FFF2-40B4-BE49-F238E27FC236}">
                <a16:creationId xmlns:a16="http://schemas.microsoft.com/office/drawing/2014/main" id="{2686C865-670E-0275-92C9-675262CBF6E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4BCF8-C163-ED26-86BD-C918CCA84FEB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השוואת ארבע משפחות מודלים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46C65-E334-C1B0-CD59-04269F84722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CB7384-A504-FA55-2FD7-12608B58FA2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81EEEE-75C0-AA1C-3620-415B3E1715A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07 / 14</a:t>
            </a:r>
          </a:p>
        </p:txBody>
      </p:sp>
      <p:sp>
        <p:nvSpPr>
          <p:cNvPr id="10" name="Shape_668">
            <a:extLst>
              <a:ext uri="{FF2B5EF4-FFF2-40B4-BE49-F238E27FC236}">
                <a16:creationId xmlns:a16="http://schemas.microsoft.com/office/drawing/2014/main" id="{894A04A7-4B9C-092F-FE2D-FA84AE45542A}"/>
              </a:ext>
            </a:extLst>
          </p:cNvPr>
          <p:cNvSpPr/>
          <p:nvPr/>
        </p:nvSpPr>
        <p:spPr>
          <a:xfrm>
            <a:off x="9080500" y="1524000"/>
            <a:ext cx="2413000" cy="30226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E2FE5A-CC82-5BAB-6B09-65FDD0C7B556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19E0FE-D2AE-E476-9B0E-ECE429CF5631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3469D1-A6F8-E509-DDA8-7E46DBE6FA5D}"/>
              </a:ext>
            </a:extLst>
          </p:cNvPr>
          <p:cNvSpPr txBox="1"/>
          <p:nvPr/>
        </p:nvSpPr>
        <p:spPr>
          <a:xfrm>
            <a:off x="9309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669">
            <a:extLst>
              <a:ext uri="{FF2B5EF4-FFF2-40B4-BE49-F238E27FC236}">
                <a16:creationId xmlns:a16="http://schemas.microsoft.com/office/drawing/2014/main" id="{420ED81A-7878-99CC-38A8-A3633358FB6E}"/>
              </a:ext>
            </a:extLst>
          </p:cNvPr>
          <p:cNvSpPr/>
          <p:nvPr/>
        </p:nvSpPr>
        <p:spPr>
          <a:xfrm>
            <a:off x="6286500" y="1524000"/>
            <a:ext cx="2413000" cy="30226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A0B1BC-1DBA-13B6-687C-DD7FC8DAE892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4F420B-D5C3-1126-FB19-4615A2545B96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E34755-9CBB-EE6B-E94A-53CD8273DF6C}"/>
              </a:ext>
            </a:extLst>
          </p:cNvPr>
          <p:cNvSpPr txBox="1"/>
          <p:nvPr/>
        </p:nvSpPr>
        <p:spPr>
          <a:xfrm>
            <a:off x="6515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670">
            <a:extLst>
              <a:ext uri="{FF2B5EF4-FFF2-40B4-BE49-F238E27FC236}">
                <a16:creationId xmlns:a16="http://schemas.microsoft.com/office/drawing/2014/main" id="{E24CF40A-82D2-609E-B376-D59B5CE11635}"/>
              </a:ext>
            </a:extLst>
          </p:cNvPr>
          <p:cNvSpPr/>
          <p:nvPr/>
        </p:nvSpPr>
        <p:spPr>
          <a:xfrm>
            <a:off x="3492500" y="1524000"/>
            <a:ext cx="2413000" cy="30226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188544-76B2-0FE4-952B-0A723D321B88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1DE690-3E33-8F30-45EA-FCC2FCF6700C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2E9BDE-189F-8A52-34D2-076322F4AB4D}"/>
              </a:ext>
            </a:extLst>
          </p:cNvPr>
          <p:cNvSpPr txBox="1"/>
          <p:nvPr/>
        </p:nvSpPr>
        <p:spPr>
          <a:xfrm>
            <a:off x="3721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Shape_671">
            <a:extLst>
              <a:ext uri="{FF2B5EF4-FFF2-40B4-BE49-F238E27FC236}">
                <a16:creationId xmlns:a16="http://schemas.microsoft.com/office/drawing/2014/main" id="{2F5C429E-BC15-6556-D6FF-EA794F0D0996}"/>
              </a:ext>
            </a:extLst>
          </p:cNvPr>
          <p:cNvSpPr/>
          <p:nvPr/>
        </p:nvSpPr>
        <p:spPr>
          <a:xfrm>
            <a:off x="698500" y="1524000"/>
            <a:ext cx="2413000" cy="30226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635433-8D6C-AE9D-3FA6-E26FD96A9E21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8D2D40-A1F7-C3F3-E854-433DA1EEB489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DFAAC9-E27E-FC71-8B04-4A34B2E7A90A}"/>
              </a:ext>
            </a:extLst>
          </p:cNvPr>
          <p:cNvSpPr txBox="1"/>
          <p:nvPr/>
        </p:nvSpPr>
        <p:spPr>
          <a:xfrm>
            <a:off x="927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Shape_672">
            <a:extLst>
              <a:ext uri="{FF2B5EF4-FFF2-40B4-BE49-F238E27FC236}">
                <a16:creationId xmlns:a16="http://schemas.microsoft.com/office/drawing/2014/main" id="{C0D99655-FE02-C663-4171-ADAF4FB63F77}"/>
              </a:ext>
            </a:extLst>
          </p:cNvPr>
          <p:cNvSpPr/>
          <p:nvPr/>
        </p:nvSpPr>
        <p:spPr>
          <a:xfrm>
            <a:off x="698500" y="4927600"/>
            <a:ext cx="10795000" cy="1028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886982-57EE-61CC-F193-77EAD7D54AFB}"/>
              </a:ext>
            </a:extLst>
          </p:cNvPr>
          <p:cNvSpPr txBox="1"/>
          <p:nvPr/>
        </p:nvSpPr>
        <p:spPr>
          <a:xfrm>
            <a:off x="990600" y="5067548"/>
            <a:ext cx="101219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אותו ייצוג משמש לשתי המשימות באמצעות </a:t>
            </a:r>
            <a:r>
              <a:rPr lang="en-US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⁦Multi-task head⁩ </a:t>
            </a:r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וכל משימה מקבלת פלט נפרד.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80310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73">
            <a:extLst>
              <a:ext uri="{FF2B5EF4-FFF2-40B4-BE49-F238E27FC236}">
                <a16:creationId xmlns:a16="http://schemas.microsoft.com/office/drawing/2014/main" id="{55BF7CF3-706B-C3F4-BB72-3BD74BFB0A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74">
            <a:extLst>
              <a:ext uri="{FF2B5EF4-FFF2-40B4-BE49-F238E27FC236}">
                <a16:creationId xmlns:a16="http://schemas.microsoft.com/office/drawing/2014/main" id="{088DA91C-C44D-7B88-D6DE-876748369D2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3C6E82-46E9-D427-113E-8F23C3A235FD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הארכיטקטורה ההיררכית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E67ABC-B520-C6F5-7317-246E287FFFD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9E70F9-DE8A-A2F9-F1B0-6FBB79D268A8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75A3C77-676E-A013-908D-E10C07D1296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08 / 14</a:t>
            </a:r>
          </a:p>
        </p:txBody>
      </p:sp>
      <p:sp>
        <p:nvSpPr>
          <p:cNvPr id="10" name="Shape_675">
            <a:extLst>
              <a:ext uri="{FF2B5EF4-FFF2-40B4-BE49-F238E27FC236}">
                <a16:creationId xmlns:a16="http://schemas.microsoft.com/office/drawing/2014/main" id="{E39036A1-4F85-7D73-DEF6-99C92506E1AD}"/>
              </a:ext>
            </a:extLst>
          </p:cNvPr>
          <p:cNvSpPr/>
          <p:nvPr/>
        </p:nvSpPr>
        <p:spPr>
          <a:xfrm>
            <a:off x="9334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DE03F-D38F-2435-E30C-BDB31F53CA03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C48E38-6F49-CCE1-4C96-E16FB97003EE}"/>
              </a:ext>
            </a:extLst>
          </p:cNvPr>
          <p:cNvCxnSpPr/>
          <p:nvPr/>
        </p:nvCxnSpPr>
        <p:spPr>
          <a:xfrm flipH="1">
            <a:off x="9296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676">
            <a:extLst>
              <a:ext uri="{FF2B5EF4-FFF2-40B4-BE49-F238E27FC236}">
                <a16:creationId xmlns:a16="http://schemas.microsoft.com/office/drawing/2014/main" id="{CDFF0633-DFC8-1A52-74F2-09524ADD5376}"/>
              </a:ext>
            </a:extLst>
          </p:cNvPr>
          <p:cNvSpPr/>
          <p:nvPr/>
        </p:nvSpPr>
        <p:spPr>
          <a:xfrm>
            <a:off x="7175500" y="1955800"/>
            <a:ext cx="1905000" cy="16764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1F75AC-1257-F7E9-E76D-FF0BD7D72B0B}"/>
              </a:ext>
            </a:extLst>
          </p:cNvPr>
          <p:cNvSpPr txBox="1"/>
          <p:nvPr/>
        </p:nvSpPr>
        <p:spPr>
          <a:xfrm>
            <a:off x="7327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E97375-94A9-5C08-D710-FCC519DD394A}"/>
              </a:ext>
            </a:extLst>
          </p:cNvPr>
          <p:cNvCxnSpPr/>
          <p:nvPr/>
        </p:nvCxnSpPr>
        <p:spPr>
          <a:xfrm flipH="1">
            <a:off x="7137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677">
            <a:extLst>
              <a:ext uri="{FF2B5EF4-FFF2-40B4-BE49-F238E27FC236}">
                <a16:creationId xmlns:a16="http://schemas.microsoft.com/office/drawing/2014/main" id="{1FABE30C-30E2-D236-6A14-B40E08A3BCD6}"/>
              </a:ext>
            </a:extLst>
          </p:cNvPr>
          <p:cNvSpPr/>
          <p:nvPr/>
        </p:nvSpPr>
        <p:spPr>
          <a:xfrm>
            <a:off x="5016500" y="1955800"/>
            <a:ext cx="1905000" cy="16764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A065A-2975-C463-8E17-469D73BC4304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79DB90-AB62-4CFB-A2F4-6A8BFA2241B9}"/>
              </a:ext>
            </a:extLst>
          </p:cNvPr>
          <p:cNvCxnSpPr/>
          <p:nvPr/>
        </p:nvCxnSpPr>
        <p:spPr>
          <a:xfrm flipH="1">
            <a:off x="4978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678">
            <a:extLst>
              <a:ext uri="{FF2B5EF4-FFF2-40B4-BE49-F238E27FC236}">
                <a16:creationId xmlns:a16="http://schemas.microsoft.com/office/drawing/2014/main" id="{A84D49F6-11E3-A955-3ECF-D4869D95C70C}"/>
              </a:ext>
            </a:extLst>
          </p:cNvPr>
          <p:cNvSpPr/>
          <p:nvPr/>
        </p:nvSpPr>
        <p:spPr>
          <a:xfrm>
            <a:off x="2857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4C2101-1FB4-3AA4-D872-5A0A3A193E7B}"/>
              </a:ext>
            </a:extLst>
          </p:cNvPr>
          <p:cNvSpPr txBox="1"/>
          <p:nvPr/>
        </p:nvSpPr>
        <p:spPr>
          <a:xfrm>
            <a:off x="3009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B24427-04A9-F003-B33F-CF5E40F56377}"/>
              </a:ext>
            </a:extLst>
          </p:cNvPr>
          <p:cNvCxnSpPr/>
          <p:nvPr/>
        </p:nvCxnSpPr>
        <p:spPr>
          <a:xfrm flipH="1">
            <a:off x="2819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679">
            <a:extLst>
              <a:ext uri="{FF2B5EF4-FFF2-40B4-BE49-F238E27FC236}">
                <a16:creationId xmlns:a16="http://schemas.microsoft.com/office/drawing/2014/main" id="{1C86415C-C6A2-FA89-F33E-EA3107A18B84}"/>
              </a:ext>
            </a:extLst>
          </p:cNvPr>
          <p:cNvSpPr/>
          <p:nvPr/>
        </p:nvSpPr>
        <p:spPr>
          <a:xfrm>
            <a:off x="698500" y="1955800"/>
            <a:ext cx="1905000" cy="16764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E91D98-88B9-68A3-0FC3-1C105CB322EC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1EA3D0-150D-5474-6D01-B1BFF1C717E3}"/>
              </a:ext>
            </a:extLst>
          </p:cNvPr>
          <p:cNvSpPr txBox="1"/>
          <p:nvPr/>
        </p:nvSpPr>
        <p:spPr>
          <a:xfrm>
            <a:off x="9410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Shape_680">
            <a:extLst>
              <a:ext uri="{FF2B5EF4-FFF2-40B4-BE49-F238E27FC236}">
                <a16:creationId xmlns:a16="http://schemas.microsoft.com/office/drawing/2014/main" id="{E25444CD-ED93-3598-C9A3-54B76EE052A0}"/>
              </a:ext>
            </a:extLst>
          </p:cNvPr>
          <p:cNvSpPr/>
          <p:nvPr/>
        </p:nvSpPr>
        <p:spPr>
          <a:xfrm>
            <a:off x="698500" y="4673600"/>
            <a:ext cx="10795000" cy="11557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3F8D8F-1A02-BE9C-746E-FF80A995C19B}"/>
              </a:ext>
            </a:extLst>
          </p:cNvPr>
          <p:cNvSpPr txBox="1"/>
          <p:nvPr/>
        </p:nvSpPr>
        <p:spPr>
          <a:xfrm>
            <a:off x="990600" y="4882053"/>
            <a:ext cx="101219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הייצוג </a:t>
            </a:r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⁦line-type embedding⁩ </a:t>
            </a:r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מוסיף 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6144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81">
            <a:extLst>
              <a:ext uri="{FF2B5EF4-FFF2-40B4-BE49-F238E27FC236}">
                <a16:creationId xmlns:a16="http://schemas.microsoft.com/office/drawing/2014/main" id="{3849DD61-B414-3B36-B7BE-AD37296701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82">
            <a:extLst>
              <a:ext uri="{FF2B5EF4-FFF2-40B4-BE49-F238E27FC236}">
                <a16:creationId xmlns:a16="http://schemas.microsoft.com/office/drawing/2014/main" id="{F7CB1E45-3B91-C452-2A87-57F00B8E77D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72DB9-3F57-CD84-8FCA-2841D837A3F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סיווג המטרה: המודל הפשוט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413C6-1A42-0FF4-6D3E-0A879F91194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F32E0E-EDD2-EBA1-2370-C095946843F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3833A2-CECF-2291-A669-0D252217912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5AE2B7-DDBF-D7BC-76E0-B496620E5CE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Shape_683">
            <a:extLst>
              <a:ext uri="{FF2B5EF4-FFF2-40B4-BE49-F238E27FC236}">
                <a16:creationId xmlns:a16="http://schemas.microsoft.com/office/drawing/2014/main" id="{ADC66E5B-BB47-C7E1-14F5-8E704E64AF1B}"/>
              </a:ext>
            </a:extLst>
          </p:cNvPr>
          <p:cNvSpPr/>
          <p:nvPr/>
        </p:nvSpPr>
        <p:spPr>
          <a:xfrm>
            <a:off x="8343900" y="1739900"/>
            <a:ext cx="31496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684">
            <a:extLst>
              <a:ext uri="{FF2B5EF4-FFF2-40B4-BE49-F238E27FC236}">
                <a16:creationId xmlns:a16="http://schemas.microsoft.com/office/drawing/2014/main" id="{DCA1494C-EC00-7AD3-415C-5D3C971CDD1D}"/>
              </a:ext>
            </a:extLst>
          </p:cNvPr>
          <p:cNvSpPr/>
          <p:nvPr/>
        </p:nvSpPr>
        <p:spPr>
          <a:xfrm>
            <a:off x="11404600" y="17399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353401-4EEC-4A86-FA72-2A430AEFFE5E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72736D-6BE3-5430-CC8E-7C18BBD3D05E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EAE075-F08A-5892-ACF0-D4B8248EF588}"/>
              </a:ext>
            </a:extLst>
          </p:cNvPr>
          <p:cNvSpPr txBox="1"/>
          <p:nvPr/>
        </p:nvSpPr>
        <p:spPr>
          <a:xfrm>
            <a:off x="8343900" y="2892787"/>
            <a:ext cx="3149600" cy="125675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 הבסיס </a:t>
            </a:r>
            <a:r>
              <a:rPr lang="en-US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⁦TF-IDF⁩ </a:t>
            </a:r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השיג את התוצאה הטובה ביותר. 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Shape_685">
            <a:extLst>
              <a:ext uri="{FF2B5EF4-FFF2-40B4-BE49-F238E27FC236}">
                <a16:creationId xmlns:a16="http://schemas.microsoft.com/office/drawing/2014/main" id="{1413D60E-506C-CA79-D782-CD8FED54AB4F}"/>
              </a:ext>
            </a:extLst>
          </p:cNvPr>
          <p:cNvSpPr/>
          <p:nvPr/>
        </p:nvSpPr>
        <p:spPr>
          <a:xfrm>
            <a:off x="8343900" y="5270500"/>
            <a:ext cx="3149600" cy="5969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586DCC-CD30-8FB3-1D20-5A2316D68548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72715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86">
            <a:extLst>
              <a:ext uri="{FF2B5EF4-FFF2-40B4-BE49-F238E27FC236}">
                <a16:creationId xmlns:a16="http://schemas.microsoft.com/office/drawing/2014/main" id="{D74815C4-F265-F331-316B-AD3BF43436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87">
            <a:extLst>
              <a:ext uri="{FF2B5EF4-FFF2-40B4-BE49-F238E27FC236}">
                <a16:creationId xmlns:a16="http://schemas.microsoft.com/office/drawing/2014/main" id="{7476E9B0-9035-6661-FDC4-F1FF9D21803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0814EA-75C1-DFC7-26A4-D00C3AA6087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בדיקת בקרה חושפת דליפה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1478FE-C5CE-9022-E223-A3558A903410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4155C5-3FE8-4DBD-B0AE-280AD9BD6E4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4870798-3F7E-DE95-AB91-E3FF1F5AE27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10 / 14</a:t>
            </a:r>
          </a:p>
        </p:txBody>
      </p:sp>
      <p:sp>
        <p:nvSpPr>
          <p:cNvPr id="10" name="Shape_688">
            <a:extLst>
              <a:ext uri="{FF2B5EF4-FFF2-40B4-BE49-F238E27FC236}">
                <a16:creationId xmlns:a16="http://schemas.microsoft.com/office/drawing/2014/main" id="{360BC7DE-2E4F-820C-E334-7E75AF0E7E4A}"/>
              </a:ext>
            </a:extLst>
          </p:cNvPr>
          <p:cNvSpPr/>
          <p:nvPr/>
        </p:nvSpPr>
        <p:spPr>
          <a:xfrm>
            <a:off x="7747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22B7F0-C118-5AA7-EF7C-D85A73B5BFE8}"/>
              </a:ext>
            </a:extLst>
          </p:cNvPr>
          <p:cNvSpPr txBox="1"/>
          <p:nvPr/>
        </p:nvSpPr>
        <p:spPr>
          <a:xfrm>
            <a:off x="7975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444661-74C1-6434-70E2-68FEEA98B84A}"/>
              </a:ext>
            </a:extLst>
          </p:cNvPr>
          <p:cNvCxnSpPr/>
          <p:nvPr/>
        </p:nvCxnSpPr>
        <p:spPr>
          <a:xfrm flipH="1">
            <a:off x="7620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689">
            <a:extLst>
              <a:ext uri="{FF2B5EF4-FFF2-40B4-BE49-F238E27FC236}">
                <a16:creationId xmlns:a16="http://schemas.microsoft.com/office/drawing/2014/main" id="{B6AD63DC-69A0-C365-4BDF-E118B56242F5}"/>
              </a:ext>
            </a:extLst>
          </p:cNvPr>
          <p:cNvSpPr/>
          <p:nvPr/>
        </p:nvSpPr>
        <p:spPr>
          <a:xfrm>
            <a:off x="4318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6FB6A9-435F-1CA7-5C95-0E6DB4F5DEB5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962289-42ED-A93D-02F6-0E60CDDAF37F}"/>
              </a:ext>
            </a:extLst>
          </p:cNvPr>
          <p:cNvCxnSpPr/>
          <p:nvPr/>
        </p:nvCxnSpPr>
        <p:spPr>
          <a:xfrm flipH="1">
            <a:off x="4191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690">
            <a:extLst>
              <a:ext uri="{FF2B5EF4-FFF2-40B4-BE49-F238E27FC236}">
                <a16:creationId xmlns:a16="http://schemas.microsoft.com/office/drawing/2014/main" id="{CCDF4821-03DD-460D-43E4-FB89BFEAF871}"/>
              </a:ext>
            </a:extLst>
          </p:cNvPr>
          <p:cNvSpPr/>
          <p:nvPr/>
        </p:nvSpPr>
        <p:spPr>
          <a:xfrm>
            <a:off x="889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D0141E-2F81-994E-8E89-1F328856442B}"/>
              </a:ext>
            </a:extLst>
          </p:cNvPr>
          <p:cNvSpPr txBox="1"/>
          <p:nvPr/>
        </p:nvSpPr>
        <p:spPr>
          <a:xfrm>
            <a:off x="1117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858390-7059-8933-E109-900BEB4267A1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F15FE5-A5AA-086E-27A7-8B59F2F0D3A7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691">
            <a:extLst>
              <a:ext uri="{FF2B5EF4-FFF2-40B4-BE49-F238E27FC236}">
                <a16:creationId xmlns:a16="http://schemas.microsoft.com/office/drawing/2014/main" id="{B1B03FDC-2D32-8C06-87BB-8C9A9BDEC351}"/>
              </a:ext>
            </a:extLst>
          </p:cNvPr>
          <p:cNvSpPr/>
          <p:nvPr/>
        </p:nvSpPr>
        <p:spPr>
          <a:xfrm>
            <a:off x="889000" y="5295900"/>
            <a:ext cx="9779000" cy="7493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233C35-4316-E6FB-1EE1-A5E54A9D75DB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49124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92">
            <a:extLst>
              <a:ext uri="{FF2B5EF4-FFF2-40B4-BE49-F238E27FC236}">
                <a16:creationId xmlns:a16="http://schemas.microsoft.com/office/drawing/2014/main" id="{E578B5C7-B30E-9F10-D6DF-82EAE9F847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93">
            <a:extLst>
              <a:ext uri="{FF2B5EF4-FFF2-40B4-BE49-F238E27FC236}">
                <a16:creationId xmlns:a16="http://schemas.microsoft.com/office/drawing/2014/main" id="{74D30BD6-BB8D-EE48-52BE-9871568737F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CBCEE6-1E06-9869-8357-E8AAC4081EA7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חוסר: 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0C325-A6E6-D746-1060-2A8CE59787A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79460F-C4CD-BBBD-6320-889CF9BD0D4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02E4A26-536D-4A9A-45F0-9370CDF19BA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11 / 14</a:t>
            </a:r>
          </a:p>
        </p:txBody>
      </p:sp>
      <p:sp>
        <p:nvSpPr>
          <p:cNvPr id="10" name="Shape_694">
            <a:extLst>
              <a:ext uri="{FF2B5EF4-FFF2-40B4-BE49-F238E27FC236}">
                <a16:creationId xmlns:a16="http://schemas.microsoft.com/office/drawing/2014/main" id="{2A441A5F-5643-DDAE-C4FF-E79643724037}"/>
              </a:ext>
            </a:extLst>
          </p:cNvPr>
          <p:cNvSpPr/>
          <p:nvPr/>
        </p:nvSpPr>
        <p:spPr>
          <a:xfrm>
            <a:off x="8191500" y="1320800"/>
            <a:ext cx="3302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695">
            <a:extLst>
              <a:ext uri="{FF2B5EF4-FFF2-40B4-BE49-F238E27FC236}">
                <a16:creationId xmlns:a16="http://schemas.microsoft.com/office/drawing/2014/main" id="{3095BCC2-7739-6AB7-D408-FC41E3F6B6A1}"/>
              </a:ext>
            </a:extLst>
          </p:cNvPr>
          <p:cNvSpPr/>
          <p:nvPr/>
        </p:nvSpPr>
        <p:spPr>
          <a:xfrm>
            <a:off x="11404600" y="1320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E2C270-9FC9-0498-04EE-034AA85A0A15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2A0125-E042-60B6-F18B-75A562B43534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696">
            <a:extLst>
              <a:ext uri="{FF2B5EF4-FFF2-40B4-BE49-F238E27FC236}">
                <a16:creationId xmlns:a16="http://schemas.microsoft.com/office/drawing/2014/main" id="{DBF3958E-FB8B-888F-80E0-F3B593642DB2}"/>
              </a:ext>
            </a:extLst>
          </p:cNvPr>
          <p:cNvSpPr/>
          <p:nvPr/>
        </p:nvSpPr>
        <p:spPr>
          <a:xfrm>
            <a:off x="4445000" y="1320800"/>
            <a:ext cx="3302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697">
            <a:extLst>
              <a:ext uri="{FF2B5EF4-FFF2-40B4-BE49-F238E27FC236}">
                <a16:creationId xmlns:a16="http://schemas.microsoft.com/office/drawing/2014/main" id="{8A974119-316A-68A4-3CD1-7F335EFA9A15}"/>
              </a:ext>
            </a:extLst>
          </p:cNvPr>
          <p:cNvSpPr/>
          <p:nvPr/>
        </p:nvSpPr>
        <p:spPr>
          <a:xfrm>
            <a:off x="7658100" y="1320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EAAB39-67C9-1E16-6C4E-69579CDE14FC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0C48C6-8464-7999-EC7A-C501831CD8B6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698">
            <a:extLst>
              <a:ext uri="{FF2B5EF4-FFF2-40B4-BE49-F238E27FC236}">
                <a16:creationId xmlns:a16="http://schemas.microsoft.com/office/drawing/2014/main" id="{D0030306-28A6-BEE0-055F-0EF502E461B4}"/>
              </a:ext>
            </a:extLst>
          </p:cNvPr>
          <p:cNvSpPr/>
          <p:nvPr/>
        </p:nvSpPr>
        <p:spPr>
          <a:xfrm>
            <a:off x="698500" y="1320800"/>
            <a:ext cx="3302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699">
            <a:extLst>
              <a:ext uri="{FF2B5EF4-FFF2-40B4-BE49-F238E27FC236}">
                <a16:creationId xmlns:a16="http://schemas.microsoft.com/office/drawing/2014/main" id="{61C4C989-60FE-DFF2-7377-309234D81DE3}"/>
              </a:ext>
            </a:extLst>
          </p:cNvPr>
          <p:cNvSpPr/>
          <p:nvPr/>
        </p:nvSpPr>
        <p:spPr>
          <a:xfrm>
            <a:off x="3911600" y="13208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320A95-B51C-5D28-F58A-6F26DE295169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B8EA73-AAEE-E40D-ADA6-73AFC0E209DC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A332A2F-2D04-B742-0852-9138CE461E1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803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00">
            <a:extLst>
              <a:ext uri="{FF2B5EF4-FFF2-40B4-BE49-F238E27FC236}">
                <a16:creationId xmlns:a16="http://schemas.microsoft.com/office/drawing/2014/main" id="{E2E24D88-0F93-E6B0-A1C3-3B2A3C9EA5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01">
            <a:extLst>
              <a:ext uri="{FF2B5EF4-FFF2-40B4-BE49-F238E27FC236}">
                <a16:creationId xmlns:a16="http://schemas.microsoft.com/office/drawing/2014/main" id="{A3F05FC6-6A9D-3AF8-522B-008C46CF395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64B7C0-B529-D151-1AB6-41406848672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על סוג השורה 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2C54EF-E8CF-D420-3E02-6470E67D44A2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86E09D-907E-02B4-3D3D-20B7045F8D6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D85B4E-17FF-3B82-FEBA-08146D60E28D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12 / 14</a:t>
            </a:r>
          </a:p>
        </p:txBody>
      </p:sp>
      <p:sp>
        <p:nvSpPr>
          <p:cNvPr id="10" name="Shape_702">
            <a:extLst>
              <a:ext uri="{FF2B5EF4-FFF2-40B4-BE49-F238E27FC236}">
                <a16:creationId xmlns:a16="http://schemas.microsoft.com/office/drawing/2014/main" id="{690142A1-F7CE-8D94-D33E-7F0EC6CDA2EB}"/>
              </a:ext>
            </a:extLst>
          </p:cNvPr>
          <p:cNvSpPr/>
          <p:nvPr/>
        </p:nvSpPr>
        <p:spPr>
          <a:xfrm>
            <a:off x="1778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703">
            <a:extLst>
              <a:ext uri="{FF2B5EF4-FFF2-40B4-BE49-F238E27FC236}">
                <a16:creationId xmlns:a16="http://schemas.microsoft.com/office/drawing/2014/main" id="{2A0C9EC0-2B64-5184-5C3A-CC527C798CE8}"/>
              </a:ext>
            </a:extLst>
          </p:cNvPr>
          <p:cNvSpPr/>
          <p:nvPr/>
        </p:nvSpPr>
        <p:spPr>
          <a:xfrm>
            <a:off x="5372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B4F97E-2F60-5BC0-A59C-105E913562B7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E9458D-20D0-CDC2-88C0-C94D219F8EAC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704">
            <a:extLst>
              <a:ext uri="{FF2B5EF4-FFF2-40B4-BE49-F238E27FC236}">
                <a16:creationId xmlns:a16="http://schemas.microsoft.com/office/drawing/2014/main" id="{39A2BB18-12E9-A7FB-51B8-8021918F2D95}"/>
              </a:ext>
            </a:extLst>
          </p:cNvPr>
          <p:cNvSpPr/>
          <p:nvPr/>
        </p:nvSpPr>
        <p:spPr>
          <a:xfrm>
            <a:off x="6731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705">
            <a:extLst>
              <a:ext uri="{FF2B5EF4-FFF2-40B4-BE49-F238E27FC236}">
                <a16:creationId xmlns:a16="http://schemas.microsoft.com/office/drawing/2014/main" id="{35FAA489-6881-B1D6-320C-011F5FF508EC}"/>
              </a:ext>
            </a:extLst>
          </p:cNvPr>
          <p:cNvSpPr/>
          <p:nvPr/>
        </p:nvSpPr>
        <p:spPr>
          <a:xfrm>
            <a:off x="10325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AE8B0-2C4E-D1F6-58FB-2046110866AA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18F23F-C027-7A0A-17DC-EC943E2B8327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2C2E7E-B243-34EF-1130-25B4CF2572D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0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06">
            <a:extLst>
              <a:ext uri="{FF2B5EF4-FFF2-40B4-BE49-F238E27FC236}">
                <a16:creationId xmlns:a16="http://schemas.microsoft.com/office/drawing/2014/main" id="{85361982-C0C5-13B8-2EEE-92058F7078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07">
            <a:extLst>
              <a:ext uri="{FF2B5EF4-FFF2-40B4-BE49-F238E27FC236}">
                <a16:creationId xmlns:a16="http://schemas.microsoft.com/office/drawing/2014/main" id="{453154AA-1DED-00E7-1AD9-2F56451DC97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D0BCF-E2D5-0EDF-AF1E-AA110BD274F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DED94-8B3E-D1F2-F6E8-81CE26C47870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5DB306-B5D4-05DA-6C7E-33F59B1E5FF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194D166-6AB5-DF47-E3E7-DA0DC159336D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58EB5-0D71-957B-4BD3-5C473E6D409B}"/>
              </a:ext>
            </a:extLst>
          </p:cNvPr>
          <p:cNvSpPr txBox="1"/>
          <p:nvPr/>
        </p:nvSpPr>
        <p:spPr>
          <a:xfrm>
            <a:off x="83820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8551CA-E348-4F5E-AFDD-81AE9D62B075}"/>
              </a:ext>
            </a:extLst>
          </p:cNvPr>
          <p:cNvSpPr txBox="1"/>
          <p:nvPr/>
        </p:nvSpPr>
        <p:spPr>
          <a:xfrm>
            <a:off x="83820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Shape_708">
            <a:extLst>
              <a:ext uri="{FF2B5EF4-FFF2-40B4-BE49-F238E27FC236}">
                <a16:creationId xmlns:a16="http://schemas.microsoft.com/office/drawing/2014/main" id="{B8ADABFF-B5C1-9F17-3F81-FDD35A2D14CE}"/>
              </a:ext>
            </a:extLst>
          </p:cNvPr>
          <p:cNvSpPr/>
          <p:nvPr/>
        </p:nvSpPr>
        <p:spPr>
          <a:xfrm>
            <a:off x="8382000" y="2806700"/>
            <a:ext cx="3111500" cy="3048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709">
            <a:extLst>
              <a:ext uri="{FF2B5EF4-FFF2-40B4-BE49-F238E27FC236}">
                <a16:creationId xmlns:a16="http://schemas.microsoft.com/office/drawing/2014/main" id="{FB5A7EF6-605A-C0B4-3F83-3C5F11056BB3}"/>
              </a:ext>
            </a:extLst>
          </p:cNvPr>
          <p:cNvSpPr/>
          <p:nvPr/>
        </p:nvSpPr>
        <p:spPr>
          <a:xfrm>
            <a:off x="8940800" y="2806700"/>
            <a:ext cx="2552700" cy="3048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1191ED-1975-AFE7-923B-E88637E8B980}"/>
              </a:ext>
            </a:extLst>
          </p:cNvPr>
          <p:cNvSpPr txBox="1"/>
          <p:nvPr/>
        </p:nvSpPr>
        <p:spPr>
          <a:xfrm>
            <a:off x="83820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Shape_710">
            <a:extLst>
              <a:ext uri="{FF2B5EF4-FFF2-40B4-BE49-F238E27FC236}">
                <a16:creationId xmlns:a16="http://schemas.microsoft.com/office/drawing/2014/main" id="{140FF77D-FAAF-B85B-7145-BD58C32E5686}"/>
              </a:ext>
            </a:extLst>
          </p:cNvPr>
          <p:cNvSpPr/>
          <p:nvPr/>
        </p:nvSpPr>
        <p:spPr>
          <a:xfrm>
            <a:off x="698500" y="1346200"/>
            <a:ext cx="7112000" cy="12573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443CAA-CC93-1C47-77BC-61856DFB047A}"/>
              </a:ext>
            </a:extLst>
          </p:cNvPr>
          <p:cNvSpPr txBox="1"/>
          <p:nvPr/>
        </p:nvSpPr>
        <p:spPr>
          <a:xfrm>
            <a:off x="3556000" y="14965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C4EE4B-5D90-5129-1F7B-ED67266601EB}"/>
              </a:ext>
            </a:extLst>
          </p:cNvPr>
          <p:cNvSpPr txBox="1"/>
          <p:nvPr/>
        </p:nvSpPr>
        <p:spPr>
          <a:xfrm>
            <a:off x="965200" y="18621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711">
            <a:extLst>
              <a:ext uri="{FF2B5EF4-FFF2-40B4-BE49-F238E27FC236}">
                <a16:creationId xmlns:a16="http://schemas.microsoft.com/office/drawing/2014/main" id="{C4EF3B69-1C8E-5C39-788C-081E89BC0771}"/>
              </a:ext>
            </a:extLst>
          </p:cNvPr>
          <p:cNvSpPr/>
          <p:nvPr/>
        </p:nvSpPr>
        <p:spPr>
          <a:xfrm>
            <a:off x="698500" y="2921000"/>
            <a:ext cx="7112000" cy="12573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DC3FBD-199B-2BF7-226C-CCD3B5AB6EDA}"/>
              </a:ext>
            </a:extLst>
          </p:cNvPr>
          <p:cNvSpPr txBox="1"/>
          <p:nvPr/>
        </p:nvSpPr>
        <p:spPr>
          <a:xfrm>
            <a:off x="3556000" y="30713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A78A17-3514-24E3-5226-63EEB013686B}"/>
              </a:ext>
            </a:extLst>
          </p:cNvPr>
          <p:cNvSpPr txBox="1"/>
          <p:nvPr/>
        </p:nvSpPr>
        <p:spPr>
          <a:xfrm>
            <a:off x="965200" y="34369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Shape_712">
            <a:extLst>
              <a:ext uri="{FF2B5EF4-FFF2-40B4-BE49-F238E27FC236}">
                <a16:creationId xmlns:a16="http://schemas.microsoft.com/office/drawing/2014/main" id="{A48B55A0-B9BA-D499-3687-AA56E5321276}"/>
              </a:ext>
            </a:extLst>
          </p:cNvPr>
          <p:cNvSpPr/>
          <p:nvPr/>
        </p:nvSpPr>
        <p:spPr>
          <a:xfrm>
            <a:off x="698500" y="4495800"/>
            <a:ext cx="7112000" cy="12573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2B3B97-20AF-D923-2A41-3893A2056956}"/>
              </a:ext>
            </a:extLst>
          </p:cNvPr>
          <p:cNvSpPr txBox="1"/>
          <p:nvPr/>
        </p:nvSpPr>
        <p:spPr>
          <a:xfrm>
            <a:off x="3556000" y="46461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61F82E-3DA0-3403-DA8A-1F0F5D8D4D2D}"/>
              </a:ext>
            </a:extLst>
          </p:cNvPr>
          <p:cNvSpPr txBox="1"/>
          <p:nvPr/>
        </p:nvSpPr>
        <p:spPr>
          <a:xfrm>
            <a:off x="965200" y="50117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3C98B4-606A-CE9F-7DAE-E76A39694B4E}"/>
              </a:ext>
            </a:extLst>
          </p:cNvPr>
          <p:cNvSpPr txBox="1"/>
          <p:nvPr/>
        </p:nvSpPr>
        <p:spPr>
          <a:xfrm>
            <a:off x="83820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05536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13">
            <a:extLst>
              <a:ext uri="{FF2B5EF4-FFF2-40B4-BE49-F238E27FC236}">
                <a16:creationId xmlns:a16="http://schemas.microsoft.com/office/drawing/2014/main" id="{0D18FAE3-6EA2-F74C-5707-9F328C4CD3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14">
            <a:extLst>
              <a:ext uri="{FF2B5EF4-FFF2-40B4-BE49-F238E27FC236}">
                <a16:creationId xmlns:a16="http://schemas.microsoft.com/office/drawing/2014/main" id="{1EFF0745-A75A-1697-7E87-207FE27C70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C7B03-A63D-2175-40FC-321BC19C404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1E8E6A-5343-75B2-1D3C-1B2E378FFAD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0EE0EF-8327-EC71-4F63-2D48C982D21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A913FB-EACA-DAA8-C0D9-0DB0DCA7302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14 / 14</a:t>
            </a:r>
          </a:p>
        </p:txBody>
      </p:sp>
      <p:sp>
        <p:nvSpPr>
          <p:cNvPr id="10" name="Shape_715">
            <a:extLst>
              <a:ext uri="{FF2B5EF4-FFF2-40B4-BE49-F238E27FC236}">
                <a16:creationId xmlns:a16="http://schemas.microsoft.com/office/drawing/2014/main" id="{FCEC2332-A37D-AE73-0DF2-5380B07319E1}"/>
              </a:ext>
            </a:extLst>
          </p:cNvPr>
          <p:cNvSpPr/>
          <p:nvPr/>
        </p:nvSpPr>
        <p:spPr>
          <a:xfrm>
            <a:off x="698500" y="1422400"/>
            <a:ext cx="3175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716">
            <a:extLst>
              <a:ext uri="{FF2B5EF4-FFF2-40B4-BE49-F238E27FC236}">
                <a16:creationId xmlns:a16="http://schemas.microsoft.com/office/drawing/2014/main" id="{D2B58F07-40DE-9ED9-78C2-441CE08982C4}"/>
              </a:ext>
            </a:extLst>
          </p:cNvPr>
          <p:cNvSpPr/>
          <p:nvPr/>
        </p:nvSpPr>
        <p:spPr>
          <a:xfrm>
            <a:off x="3784600" y="14224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EE7590-956E-FC2B-2033-0BBE20F1436B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77C12A-AC5B-5354-29FF-DBE66FA50397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717">
            <a:extLst>
              <a:ext uri="{FF2B5EF4-FFF2-40B4-BE49-F238E27FC236}">
                <a16:creationId xmlns:a16="http://schemas.microsoft.com/office/drawing/2014/main" id="{0D180B8E-5644-87AB-3DEE-3C7151157A44}"/>
              </a:ext>
            </a:extLst>
          </p:cNvPr>
          <p:cNvSpPr/>
          <p:nvPr/>
        </p:nvSpPr>
        <p:spPr>
          <a:xfrm>
            <a:off x="698500" y="2717800"/>
            <a:ext cx="3175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718">
            <a:extLst>
              <a:ext uri="{FF2B5EF4-FFF2-40B4-BE49-F238E27FC236}">
                <a16:creationId xmlns:a16="http://schemas.microsoft.com/office/drawing/2014/main" id="{2B00CD78-8D64-1D97-4204-5E2B437A7281}"/>
              </a:ext>
            </a:extLst>
          </p:cNvPr>
          <p:cNvSpPr/>
          <p:nvPr/>
        </p:nvSpPr>
        <p:spPr>
          <a:xfrm>
            <a:off x="3784600" y="2717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53A6C5-4E07-04CE-23EB-B2EB1ECB02BE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FE6949-0EB7-7EA7-852A-F7E9B2E05CF8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719">
            <a:extLst>
              <a:ext uri="{FF2B5EF4-FFF2-40B4-BE49-F238E27FC236}">
                <a16:creationId xmlns:a16="http://schemas.microsoft.com/office/drawing/2014/main" id="{E5065839-2004-9BD0-B9C0-2D394D7871D0}"/>
              </a:ext>
            </a:extLst>
          </p:cNvPr>
          <p:cNvSpPr/>
          <p:nvPr/>
        </p:nvSpPr>
        <p:spPr>
          <a:xfrm>
            <a:off x="698500" y="4013200"/>
            <a:ext cx="3175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720">
            <a:extLst>
              <a:ext uri="{FF2B5EF4-FFF2-40B4-BE49-F238E27FC236}">
                <a16:creationId xmlns:a16="http://schemas.microsoft.com/office/drawing/2014/main" id="{077F08F9-C111-54C1-EDA5-D245C3B511BC}"/>
              </a:ext>
            </a:extLst>
          </p:cNvPr>
          <p:cNvSpPr/>
          <p:nvPr/>
        </p:nvSpPr>
        <p:spPr>
          <a:xfrm>
            <a:off x="3784600" y="40132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EDEAD7-0B89-FB78-6060-06E7733C2454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326A4B-3E35-85D6-9F81-D1C554A1DAD7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3CFD68-8868-9BBC-57CF-ECBB2118CC29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787AA1-3170-5890-FADE-05B30F1BD923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141842-9478-6550-00D2-AF7640A97790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CF1928-1ECB-B371-6C49-F27092F0545A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B3A02A-A981-E861-3BF4-BADD2BB3672B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E77DBD-68F3-6A6B-6364-F55A05E966BE}"/>
              </a:ext>
            </a:extLst>
          </p:cNvPr>
          <p:cNvSpPr txBox="1"/>
          <p:nvPr/>
        </p:nvSpPr>
        <p:spPr>
          <a:xfrm>
            <a:off x="4699000" y="3825265"/>
            <a:ext cx="56642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מקור התוויות חייב להיות עצמאי. אין להעריך הבנת קוד לפי </a:t>
            </a:r>
            <a:r>
              <a:rPr lang="en-US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⁦commit message⁩.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59D885D-1161-E9A2-A0E3-968A8ED2425B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27B0B32-CA71-1043-F83A-300795782EC6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D81564-03F1-695F-08D1-2F203612D4FD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7474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21">
            <a:extLst>
              <a:ext uri="{FF2B5EF4-FFF2-40B4-BE49-F238E27FC236}">
                <a16:creationId xmlns:a16="http://schemas.microsoft.com/office/drawing/2014/main" id="{ECEDDD15-EB05-7051-4C12-AA0CB09EA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22">
            <a:extLst>
              <a:ext uri="{FF2B5EF4-FFF2-40B4-BE49-F238E27FC236}">
                <a16:creationId xmlns:a16="http://schemas.microsoft.com/office/drawing/2014/main" id="{6946750F-F6D7-EA5E-91E2-4DD170C2145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41AEDC-5368-D588-41C7-FC57B619DE9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מטריצות בלבול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CF408-3910-B0C2-24FD-66CFD2A7A02E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B7B3D2-693E-9FDC-512B-82603875344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C094F9-F4D3-BA14-B010-25BDEBC170D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A987AE-F27B-58DF-6683-16A80CAC0C2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600200"/>
            <a:ext cx="4445000" cy="370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8B7B32-6373-929B-6E89-5A2291C91B0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600200"/>
            <a:ext cx="44450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45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23">
            <a:extLst>
              <a:ext uri="{FF2B5EF4-FFF2-40B4-BE49-F238E27FC236}">
                <a16:creationId xmlns:a16="http://schemas.microsoft.com/office/drawing/2014/main" id="{E5AF0065-C1AC-A3D0-0BA2-82A3D749AD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24">
            <a:extLst>
              <a:ext uri="{FF2B5EF4-FFF2-40B4-BE49-F238E27FC236}">
                <a16:creationId xmlns:a16="http://schemas.microsoft.com/office/drawing/2014/main" id="{8BF78613-44DF-72A7-5A68-282B55013C2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6CDF56-5B25-4B0A-F115-D13D66253B3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ביצועים לפי סוג 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01CA7-D245-44FA-DD3F-98294F06F09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DD18E4-9E5B-5C44-EB6F-E6545EA71E1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1F0BA7A-6571-62BA-F6D0-090EB51EB16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F6821D-AE08-FCF2-DEFB-FBF134D1899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1308100"/>
            <a:ext cx="86360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25">
            <a:extLst>
              <a:ext uri="{FF2B5EF4-FFF2-40B4-BE49-F238E27FC236}">
                <a16:creationId xmlns:a16="http://schemas.microsoft.com/office/drawing/2014/main" id="{6FA5214B-B1BF-5B3A-42B5-49185AFF34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26">
            <a:extLst>
              <a:ext uri="{FF2B5EF4-FFF2-40B4-BE49-F238E27FC236}">
                <a16:creationId xmlns:a16="http://schemas.microsoft.com/office/drawing/2014/main" id="{C17CA604-788E-3182-601B-B2511BD097A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2419F-EC2B-B3A2-CD02-02E08D0ACCAB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9D85F8-284F-C219-156B-710926B1E84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CE24EF-53A4-7D08-93F0-68E6E4EF2FE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2164967-89F2-BCAD-86D2-F3181DF69CC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B9EED-450A-BA4A-23F7-A566F49F34C8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B55F36-E872-5085-E904-74AFCE88B41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5756780-396A-2E78-8B1C-954E062BF540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B8EE4E-33F6-C417-4630-DF172229290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1FC1BD-D3C1-EBC3-BD54-2B3980F1A18A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1763F8-90E7-9418-60F8-DE6255B8B29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Shape_727">
            <a:extLst>
              <a:ext uri="{FF2B5EF4-FFF2-40B4-BE49-F238E27FC236}">
                <a16:creationId xmlns:a16="http://schemas.microsoft.com/office/drawing/2014/main" id="{3F852007-747D-34F2-9194-3C5EED2982EE}"/>
              </a:ext>
            </a:extLst>
          </p:cNvPr>
          <p:cNvSpPr/>
          <p:nvPr/>
        </p:nvSpPr>
        <p:spPr>
          <a:xfrm>
            <a:off x="609600" y="4406900"/>
            <a:ext cx="10972800" cy="1422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906061-E82A-9481-FC82-8F92426E9D09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D28A8C-4F59-8FBC-F591-07042838EFB8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73643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1932</Words>
  <Application>Microsoft Macintosh PowerPoint</Application>
  <PresentationFormat>Widescreen</PresentationFormat>
  <Paragraphs>199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2026-10-07T17:34:09Z</dcterms:created>
  <dcterms:modified xsi:type="dcterms:W3CDTF">2026-10-07T17:34:29Z</dcterms:modified>
</cp:coreProperties>
</file>